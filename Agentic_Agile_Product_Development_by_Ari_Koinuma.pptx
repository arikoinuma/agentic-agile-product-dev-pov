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embeddedFontLst>
    <p:embeddedFont>
      <p:font typeface="Raleway"/>
      <p:regular r:id="rId20"/>
      <p:bold r:id="rId21"/>
      <p:italic r:id="rId22"/>
      <p:boldItalic r:id="rId23"/>
    </p:embeddedFont>
    <p:embeddedFont>
      <p:font typeface="Lato"/>
      <p:regular r:id="rId24"/>
      <p:bold r:id="rId25"/>
      <p:italic r:id="rId26"/>
      <p:boldItalic r:id="rId27"/>
    </p:embeddedFont>
    <p:embeddedFont>
      <p:font typeface="Montserrat"/>
      <p:regular r:id="rId28"/>
      <p:bold r:id="rId29"/>
      <p:italic r:id="rId30"/>
      <p:boldItalic r:id="rId31"/>
    </p:embeddedFont>
    <p:embeddedFont>
      <p:font typeface="Montserrat Medium"/>
      <p:regular r:id="rId32"/>
      <p:bold r:id="rId33"/>
      <p:italic r:id="rId34"/>
      <p:boldItalic r:id="rId35"/>
    </p:embeddedFont>
    <p:embeddedFont>
      <p:font typeface="Montserrat ExtraBold"/>
      <p:bold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aleway-regular.fntdata"/><Relationship Id="rId22" Type="http://schemas.openxmlformats.org/officeDocument/2006/relationships/font" Target="fonts/Raleway-italic.fntdata"/><Relationship Id="rId21" Type="http://schemas.openxmlformats.org/officeDocument/2006/relationships/font" Target="fonts/Raleway-bold.fntdata"/><Relationship Id="rId24" Type="http://schemas.openxmlformats.org/officeDocument/2006/relationships/font" Target="fonts/Lato-regular.fntdata"/><Relationship Id="rId23" Type="http://schemas.openxmlformats.org/officeDocument/2006/relationships/font" Target="fonts/Raleway-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ato-italic.fntdata"/><Relationship Id="rId25" Type="http://schemas.openxmlformats.org/officeDocument/2006/relationships/font" Target="fonts/Lato-bold.fntdata"/><Relationship Id="rId28" Type="http://schemas.openxmlformats.org/officeDocument/2006/relationships/font" Target="fonts/Montserrat-regular.fntdata"/><Relationship Id="rId27" Type="http://schemas.openxmlformats.org/officeDocument/2006/relationships/font" Target="fonts/Lato-bold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boldItalic.fntdata"/><Relationship Id="rId30" Type="http://schemas.openxmlformats.org/officeDocument/2006/relationships/font" Target="fonts/Montserrat-italic.fntdata"/><Relationship Id="rId11" Type="http://schemas.openxmlformats.org/officeDocument/2006/relationships/slide" Target="slides/slide6.xml"/><Relationship Id="rId33" Type="http://schemas.openxmlformats.org/officeDocument/2006/relationships/font" Target="fonts/MontserratMedium-bold.fntdata"/><Relationship Id="rId10" Type="http://schemas.openxmlformats.org/officeDocument/2006/relationships/slide" Target="slides/slide5.xml"/><Relationship Id="rId32" Type="http://schemas.openxmlformats.org/officeDocument/2006/relationships/font" Target="fonts/MontserratMedium-regular.fntdata"/><Relationship Id="rId13" Type="http://schemas.openxmlformats.org/officeDocument/2006/relationships/slide" Target="slides/slide8.xml"/><Relationship Id="rId35" Type="http://schemas.openxmlformats.org/officeDocument/2006/relationships/font" Target="fonts/MontserratMedium-boldItalic.fntdata"/><Relationship Id="rId12" Type="http://schemas.openxmlformats.org/officeDocument/2006/relationships/slide" Target="slides/slide7.xml"/><Relationship Id="rId34" Type="http://schemas.openxmlformats.org/officeDocument/2006/relationships/font" Target="fonts/MontserratMedium-italic.fntdata"/><Relationship Id="rId15" Type="http://schemas.openxmlformats.org/officeDocument/2006/relationships/slide" Target="slides/slide10.xml"/><Relationship Id="rId37" Type="http://schemas.openxmlformats.org/officeDocument/2006/relationships/font" Target="fonts/MontserratExtraBold-boldItalic.fntdata"/><Relationship Id="rId14" Type="http://schemas.openxmlformats.org/officeDocument/2006/relationships/slide" Target="slides/slide9.xml"/><Relationship Id="rId36" Type="http://schemas.openxmlformats.org/officeDocument/2006/relationships/font" Target="fonts/MontserratExtraBold-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cb9a0b07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cb9a0b07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cb9a0b074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cb9a0b074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d5b15f0a3_5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d5b15f0a3_5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723630543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723630543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7703a5743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7703a5743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f7703a5743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3f7703a5743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f7703a5743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f7703a5743_0_2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f7703a5743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f7703a5743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f7703a5743_0_2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f7703a5743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f7727724e6_8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3f7727724e6_8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f7703a5743_0_2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f7703a5743_0_2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f7703a5743_0_2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f7703a5743_0_2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f7703a5743_0_2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f7703a5743_0_2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d251bb473_0_6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d251bb473_0_6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cxnSp>
        <p:nvCxnSpPr>
          <p:cNvPr id="10" name="Google Shape;10;p2"/>
          <p:cNvCxnSpPr/>
          <p:nvPr/>
        </p:nvCxnSpPr>
        <p:spPr>
          <a:xfrm>
            <a:off x="2477724" y="415650"/>
            <a:ext cx="6244200" cy="0"/>
          </a:xfrm>
          <a:prstGeom prst="straightConnector1">
            <a:avLst/>
          </a:prstGeom>
          <a:noFill/>
          <a:ln cap="flat" cmpd="sng" w="38100">
            <a:solidFill>
              <a:schemeClr val="lt1"/>
            </a:solidFill>
            <a:prstDash val="solid"/>
            <a:round/>
            <a:headEnd len="sm" w="sm" type="none"/>
            <a:tailEnd len="sm" w="sm" type="none"/>
          </a:ln>
        </p:spPr>
      </p:cxnSp>
      <p:cxnSp>
        <p:nvCxnSpPr>
          <p:cNvPr id="11" name="Google Shape;11;p2"/>
          <p:cNvCxnSpPr/>
          <p:nvPr/>
        </p:nvCxnSpPr>
        <p:spPr>
          <a:xfrm>
            <a:off x="2477724" y="4740000"/>
            <a:ext cx="6244200" cy="0"/>
          </a:xfrm>
          <a:prstGeom prst="straightConnector1">
            <a:avLst/>
          </a:prstGeom>
          <a:noFill/>
          <a:ln cap="flat" cmpd="sng" w="19050">
            <a:solidFill>
              <a:schemeClr val="lt1"/>
            </a:solidFill>
            <a:prstDash val="solid"/>
            <a:round/>
            <a:headEnd len="sm" w="sm" type="none"/>
            <a:tailEnd len="sm" w="sm" type="none"/>
          </a:ln>
        </p:spPr>
      </p:cxnSp>
      <p:cxnSp>
        <p:nvCxnSpPr>
          <p:cNvPr id="12" name="Google Shape;12;p2"/>
          <p:cNvCxnSpPr/>
          <p:nvPr/>
        </p:nvCxnSpPr>
        <p:spPr>
          <a:xfrm>
            <a:off x="425198" y="415650"/>
            <a:ext cx="183300" cy="0"/>
          </a:xfrm>
          <a:prstGeom prst="straightConnector1">
            <a:avLst/>
          </a:prstGeom>
          <a:noFill/>
          <a:ln cap="flat" cmpd="sng" w="19050">
            <a:solidFill>
              <a:schemeClr val="lt1"/>
            </a:solidFill>
            <a:prstDash val="solid"/>
            <a:round/>
            <a:headEnd len="sm" w="sm" type="none"/>
            <a:tailEnd len="sm" w="sm" type="none"/>
          </a:ln>
        </p:spPr>
      </p:cxnSp>
      <p:sp>
        <p:nvSpPr>
          <p:cNvPr id="13" name="Google Shape;13;p2"/>
          <p:cNvSpPr txBox="1"/>
          <p:nvPr>
            <p:ph type="ctrTitle"/>
          </p:nvPr>
        </p:nvSpPr>
        <p:spPr>
          <a:xfrm>
            <a:off x="2371725" y="630225"/>
            <a:ext cx="6331500" cy="1542000"/>
          </a:xfrm>
          <a:prstGeom prst="rect">
            <a:avLst/>
          </a:prstGeom>
        </p:spPr>
        <p:txBody>
          <a:bodyPr anchorCtr="0" anchor="t" bIns="91425" lIns="91425" spcFirstLastPara="1" rIns="91425" wrap="square" tIns="91425">
            <a:noAutofit/>
          </a:bodyPr>
          <a:lstStyle>
            <a:lvl1pPr lvl="0" rtl="0">
              <a:spcBef>
                <a:spcPts val="0"/>
              </a:spcBef>
              <a:spcAft>
                <a:spcPts val="0"/>
              </a:spcAft>
              <a:buClr>
                <a:schemeClr val="lt1"/>
              </a:buClr>
              <a:buSzPts val="4800"/>
              <a:buNone/>
              <a:defRPr sz="4800">
                <a:solidFill>
                  <a:schemeClr val="lt1"/>
                </a:solidFill>
              </a:defRPr>
            </a:lvl1pPr>
            <a:lvl2pPr lvl="1" rtl="0">
              <a:spcBef>
                <a:spcPts val="0"/>
              </a:spcBef>
              <a:spcAft>
                <a:spcPts val="0"/>
              </a:spcAft>
              <a:buClr>
                <a:schemeClr val="lt1"/>
              </a:buClr>
              <a:buSzPts val="4800"/>
              <a:buNone/>
              <a:defRPr sz="4800">
                <a:solidFill>
                  <a:schemeClr val="lt1"/>
                </a:solidFill>
              </a:defRPr>
            </a:lvl2pPr>
            <a:lvl3pPr lvl="2" rtl="0">
              <a:spcBef>
                <a:spcPts val="0"/>
              </a:spcBef>
              <a:spcAft>
                <a:spcPts val="0"/>
              </a:spcAft>
              <a:buClr>
                <a:schemeClr val="lt1"/>
              </a:buClr>
              <a:buSzPts val="4800"/>
              <a:buNone/>
              <a:defRPr sz="4800">
                <a:solidFill>
                  <a:schemeClr val="lt1"/>
                </a:solidFill>
              </a:defRPr>
            </a:lvl3pPr>
            <a:lvl4pPr lvl="3" rtl="0">
              <a:spcBef>
                <a:spcPts val="0"/>
              </a:spcBef>
              <a:spcAft>
                <a:spcPts val="0"/>
              </a:spcAft>
              <a:buClr>
                <a:schemeClr val="lt1"/>
              </a:buClr>
              <a:buSzPts val="4800"/>
              <a:buNone/>
              <a:defRPr sz="4800">
                <a:solidFill>
                  <a:schemeClr val="lt1"/>
                </a:solidFill>
              </a:defRPr>
            </a:lvl4pPr>
            <a:lvl5pPr lvl="4" rtl="0">
              <a:spcBef>
                <a:spcPts val="0"/>
              </a:spcBef>
              <a:spcAft>
                <a:spcPts val="0"/>
              </a:spcAft>
              <a:buClr>
                <a:schemeClr val="lt1"/>
              </a:buClr>
              <a:buSzPts val="4800"/>
              <a:buNone/>
              <a:defRPr sz="4800">
                <a:solidFill>
                  <a:schemeClr val="lt1"/>
                </a:solidFill>
              </a:defRPr>
            </a:lvl5pPr>
            <a:lvl6pPr lvl="5" rtl="0">
              <a:spcBef>
                <a:spcPts val="0"/>
              </a:spcBef>
              <a:spcAft>
                <a:spcPts val="0"/>
              </a:spcAft>
              <a:buClr>
                <a:schemeClr val="lt1"/>
              </a:buClr>
              <a:buSzPts val="4800"/>
              <a:buNone/>
              <a:defRPr sz="4800">
                <a:solidFill>
                  <a:schemeClr val="lt1"/>
                </a:solidFill>
              </a:defRPr>
            </a:lvl6pPr>
            <a:lvl7pPr lvl="6" rtl="0">
              <a:spcBef>
                <a:spcPts val="0"/>
              </a:spcBef>
              <a:spcAft>
                <a:spcPts val="0"/>
              </a:spcAft>
              <a:buClr>
                <a:schemeClr val="lt1"/>
              </a:buClr>
              <a:buSzPts val="4800"/>
              <a:buNone/>
              <a:defRPr sz="4800">
                <a:solidFill>
                  <a:schemeClr val="lt1"/>
                </a:solidFill>
              </a:defRPr>
            </a:lvl7pPr>
            <a:lvl8pPr lvl="7" rtl="0">
              <a:spcBef>
                <a:spcPts val="0"/>
              </a:spcBef>
              <a:spcAft>
                <a:spcPts val="0"/>
              </a:spcAft>
              <a:buClr>
                <a:schemeClr val="lt1"/>
              </a:buClr>
              <a:buSzPts val="4800"/>
              <a:buNone/>
              <a:defRPr sz="4800">
                <a:solidFill>
                  <a:schemeClr val="lt1"/>
                </a:solidFill>
              </a:defRPr>
            </a:lvl8pPr>
            <a:lvl9pPr lvl="8" rtl="0">
              <a:spcBef>
                <a:spcPts val="0"/>
              </a:spcBef>
              <a:spcAft>
                <a:spcPts val="0"/>
              </a:spcAft>
              <a:buClr>
                <a:schemeClr val="lt1"/>
              </a:buClr>
              <a:buSzPts val="4800"/>
              <a:buNone/>
              <a:defRPr sz="4800">
                <a:solidFill>
                  <a:schemeClr val="lt1"/>
                </a:solidFill>
              </a:defRPr>
            </a:lvl9pPr>
          </a:lstStyle>
          <a:p/>
        </p:txBody>
      </p:sp>
      <p:sp>
        <p:nvSpPr>
          <p:cNvPr id="14" name="Google Shape;14;p2"/>
          <p:cNvSpPr txBox="1"/>
          <p:nvPr>
            <p:ph idx="1" type="subTitle"/>
          </p:nvPr>
        </p:nvSpPr>
        <p:spPr>
          <a:xfrm>
            <a:off x="2390267" y="3238450"/>
            <a:ext cx="6331500" cy="1241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Clr>
                <a:schemeClr val="lt1"/>
              </a:buClr>
              <a:buSzPts val="1800"/>
              <a:buNone/>
              <a:defRPr>
                <a:solidFill>
                  <a:schemeClr val="lt1"/>
                </a:solidFill>
              </a:defRPr>
            </a:lvl1pPr>
            <a:lvl2pPr lvl="1" rtl="0">
              <a:lnSpc>
                <a:spcPct val="100000"/>
              </a:lnSpc>
              <a:spcBef>
                <a:spcPts val="0"/>
              </a:spcBef>
              <a:spcAft>
                <a:spcPts val="0"/>
              </a:spcAft>
              <a:buClr>
                <a:schemeClr val="lt1"/>
              </a:buClr>
              <a:buSzPts val="1800"/>
              <a:buNone/>
              <a:defRPr sz="1800">
                <a:solidFill>
                  <a:schemeClr val="lt1"/>
                </a:solidFill>
              </a:defRPr>
            </a:lvl2pPr>
            <a:lvl3pPr lvl="2" rtl="0">
              <a:lnSpc>
                <a:spcPct val="100000"/>
              </a:lnSpc>
              <a:spcBef>
                <a:spcPts val="0"/>
              </a:spcBef>
              <a:spcAft>
                <a:spcPts val="0"/>
              </a:spcAft>
              <a:buClr>
                <a:schemeClr val="lt1"/>
              </a:buClr>
              <a:buSzPts val="1800"/>
              <a:buNone/>
              <a:defRPr sz="1800">
                <a:solidFill>
                  <a:schemeClr val="lt1"/>
                </a:solidFill>
              </a:defRPr>
            </a:lvl3pPr>
            <a:lvl4pPr lvl="3" rtl="0">
              <a:lnSpc>
                <a:spcPct val="100000"/>
              </a:lnSpc>
              <a:spcBef>
                <a:spcPts val="0"/>
              </a:spcBef>
              <a:spcAft>
                <a:spcPts val="0"/>
              </a:spcAft>
              <a:buClr>
                <a:schemeClr val="lt1"/>
              </a:buClr>
              <a:buSzPts val="1800"/>
              <a:buNone/>
              <a:defRPr sz="1800">
                <a:solidFill>
                  <a:schemeClr val="lt1"/>
                </a:solidFill>
              </a:defRPr>
            </a:lvl4pPr>
            <a:lvl5pPr lvl="4" rtl="0">
              <a:lnSpc>
                <a:spcPct val="100000"/>
              </a:lnSpc>
              <a:spcBef>
                <a:spcPts val="0"/>
              </a:spcBef>
              <a:spcAft>
                <a:spcPts val="0"/>
              </a:spcAft>
              <a:buClr>
                <a:schemeClr val="lt1"/>
              </a:buClr>
              <a:buSzPts val="1800"/>
              <a:buNone/>
              <a:defRPr sz="1800">
                <a:solidFill>
                  <a:schemeClr val="lt1"/>
                </a:solidFill>
              </a:defRPr>
            </a:lvl5pPr>
            <a:lvl6pPr lvl="5" rtl="0">
              <a:lnSpc>
                <a:spcPct val="100000"/>
              </a:lnSpc>
              <a:spcBef>
                <a:spcPts val="0"/>
              </a:spcBef>
              <a:spcAft>
                <a:spcPts val="0"/>
              </a:spcAft>
              <a:buClr>
                <a:schemeClr val="lt1"/>
              </a:buClr>
              <a:buSzPts val="1800"/>
              <a:buNone/>
              <a:defRPr sz="1800">
                <a:solidFill>
                  <a:schemeClr val="lt1"/>
                </a:solidFill>
              </a:defRPr>
            </a:lvl6pPr>
            <a:lvl7pPr lvl="6" rtl="0">
              <a:lnSpc>
                <a:spcPct val="100000"/>
              </a:lnSpc>
              <a:spcBef>
                <a:spcPts val="0"/>
              </a:spcBef>
              <a:spcAft>
                <a:spcPts val="0"/>
              </a:spcAft>
              <a:buClr>
                <a:schemeClr val="lt1"/>
              </a:buClr>
              <a:buSzPts val="1800"/>
              <a:buNone/>
              <a:defRPr sz="1800">
                <a:solidFill>
                  <a:schemeClr val="lt1"/>
                </a:solidFill>
              </a:defRPr>
            </a:lvl7pPr>
            <a:lvl8pPr lvl="7" rtl="0">
              <a:lnSpc>
                <a:spcPct val="100000"/>
              </a:lnSpc>
              <a:spcBef>
                <a:spcPts val="0"/>
              </a:spcBef>
              <a:spcAft>
                <a:spcPts val="0"/>
              </a:spcAft>
              <a:buClr>
                <a:schemeClr val="lt1"/>
              </a:buClr>
              <a:buSzPts val="1800"/>
              <a:buNone/>
              <a:defRPr sz="1800">
                <a:solidFill>
                  <a:schemeClr val="lt1"/>
                </a:solidFill>
              </a:defRPr>
            </a:lvl8pPr>
            <a:lvl9pPr lvl="8" rtl="0">
              <a:lnSpc>
                <a:spcPct val="100000"/>
              </a:lnSpc>
              <a:spcBef>
                <a:spcPts val="0"/>
              </a:spcBef>
              <a:spcAft>
                <a:spcPts val="0"/>
              </a:spcAft>
              <a:buClr>
                <a:schemeClr val="lt1"/>
              </a:buClr>
              <a:buSzPts val="1800"/>
              <a:buNone/>
              <a:defRPr sz="1800">
                <a:solidFill>
                  <a:schemeClr val="lt1"/>
                </a:solidFill>
              </a:defRPr>
            </a:lvl9pPr>
          </a:lstStyle>
          <a:p/>
        </p:txBody>
      </p:sp>
      <p:sp>
        <p:nvSpPr>
          <p:cNvPr id="15" name="Google Shape;15;p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6" name="Shape 16"/>
        <p:cNvGrpSpPr/>
        <p:nvPr/>
      </p:nvGrpSpPr>
      <p:grpSpPr>
        <a:xfrm>
          <a:off x="0" y="0"/>
          <a:ext cx="0" cy="0"/>
          <a:chOff x="0" y="0"/>
          <a:chExt cx="0" cy="0"/>
        </a:xfrm>
      </p:grpSpPr>
      <p:cxnSp>
        <p:nvCxnSpPr>
          <p:cNvPr id="17" name="Google Shape;17;p3"/>
          <p:cNvCxnSpPr/>
          <p:nvPr/>
        </p:nvCxnSpPr>
        <p:spPr>
          <a:xfrm>
            <a:off x="425200" y="415650"/>
            <a:ext cx="8296800" cy="0"/>
          </a:xfrm>
          <a:prstGeom prst="straightConnector1">
            <a:avLst/>
          </a:prstGeom>
          <a:noFill/>
          <a:ln cap="flat" cmpd="sng" w="38100">
            <a:solidFill>
              <a:schemeClr val="lt1"/>
            </a:solidFill>
            <a:prstDash val="solid"/>
            <a:round/>
            <a:headEnd len="sm" w="sm" type="none"/>
            <a:tailEnd len="sm" w="sm" type="none"/>
          </a:ln>
        </p:spPr>
      </p:cxnSp>
      <p:cxnSp>
        <p:nvCxnSpPr>
          <p:cNvPr id="18" name="Google Shape;18;p3"/>
          <p:cNvCxnSpPr/>
          <p:nvPr/>
        </p:nvCxnSpPr>
        <p:spPr>
          <a:xfrm>
            <a:off x="425200" y="4740000"/>
            <a:ext cx="8296800" cy="0"/>
          </a:xfrm>
          <a:prstGeom prst="straightConnector1">
            <a:avLst/>
          </a:prstGeom>
          <a:noFill/>
          <a:ln cap="flat" cmpd="sng" w="19050">
            <a:solidFill>
              <a:schemeClr val="lt1"/>
            </a:solidFill>
            <a:prstDash val="solid"/>
            <a:round/>
            <a:headEnd len="sm" w="sm" type="none"/>
            <a:tailEnd len="sm" w="sm" type="none"/>
          </a:ln>
        </p:spPr>
      </p:cxnSp>
      <p:sp>
        <p:nvSpPr>
          <p:cNvPr id="19" name="Google Shape;19;p3"/>
          <p:cNvSpPr txBox="1"/>
          <p:nvPr>
            <p:ph type="title"/>
          </p:nvPr>
        </p:nvSpPr>
        <p:spPr>
          <a:xfrm>
            <a:off x="406425" y="1806825"/>
            <a:ext cx="8296800" cy="1542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lt1"/>
              </a:buClr>
              <a:buSzPts val="4800"/>
              <a:buNone/>
              <a:defRPr sz="4800">
                <a:solidFill>
                  <a:schemeClr val="lt1"/>
                </a:solidFill>
              </a:defRPr>
            </a:lvl1pPr>
            <a:lvl2pPr lvl="1" rtl="0" algn="ctr">
              <a:spcBef>
                <a:spcPts val="0"/>
              </a:spcBef>
              <a:spcAft>
                <a:spcPts val="0"/>
              </a:spcAft>
              <a:buClr>
                <a:schemeClr val="lt1"/>
              </a:buClr>
              <a:buSzPts val="4800"/>
              <a:buNone/>
              <a:defRPr sz="4800">
                <a:solidFill>
                  <a:schemeClr val="lt1"/>
                </a:solidFill>
              </a:defRPr>
            </a:lvl2pPr>
            <a:lvl3pPr lvl="2" rtl="0" algn="ctr">
              <a:spcBef>
                <a:spcPts val="0"/>
              </a:spcBef>
              <a:spcAft>
                <a:spcPts val="0"/>
              </a:spcAft>
              <a:buClr>
                <a:schemeClr val="lt1"/>
              </a:buClr>
              <a:buSzPts val="4800"/>
              <a:buNone/>
              <a:defRPr sz="4800">
                <a:solidFill>
                  <a:schemeClr val="lt1"/>
                </a:solidFill>
              </a:defRPr>
            </a:lvl3pPr>
            <a:lvl4pPr lvl="3" rtl="0" algn="ctr">
              <a:spcBef>
                <a:spcPts val="0"/>
              </a:spcBef>
              <a:spcAft>
                <a:spcPts val="0"/>
              </a:spcAft>
              <a:buClr>
                <a:schemeClr val="lt1"/>
              </a:buClr>
              <a:buSzPts val="4800"/>
              <a:buNone/>
              <a:defRPr sz="4800">
                <a:solidFill>
                  <a:schemeClr val="lt1"/>
                </a:solidFill>
              </a:defRPr>
            </a:lvl4pPr>
            <a:lvl5pPr lvl="4" rtl="0" algn="ctr">
              <a:spcBef>
                <a:spcPts val="0"/>
              </a:spcBef>
              <a:spcAft>
                <a:spcPts val="0"/>
              </a:spcAft>
              <a:buClr>
                <a:schemeClr val="lt1"/>
              </a:buClr>
              <a:buSzPts val="4800"/>
              <a:buNone/>
              <a:defRPr sz="4800">
                <a:solidFill>
                  <a:schemeClr val="lt1"/>
                </a:solidFill>
              </a:defRPr>
            </a:lvl5pPr>
            <a:lvl6pPr lvl="5" rtl="0" algn="ctr">
              <a:spcBef>
                <a:spcPts val="0"/>
              </a:spcBef>
              <a:spcAft>
                <a:spcPts val="0"/>
              </a:spcAft>
              <a:buClr>
                <a:schemeClr val="lt1"/>
              </a:buClr>
              <a:buSzPts val="4800"/>
              <a:buNone/>
              <a:defRPr sz="4800">
                <a:solidFill>
                  <a:schemeClr val="lt1"/>
                </a:solidFill>
              </a:defRPr>
            </a:lvl6pPr>
            <a:lvl7pPr lvl="6" rtl="0" algn="ctr">
              <a:spcBef>
                <a:spcPts val="0"/>
              </a:spcBef>
              <a:spcAft>
                <a:spcPts val="0"/>
              </a:spcAft>
              <a:buClr>
                <a:schemeClr val="lt1"/>
              </a:buClr>
              <a:buSzPts val="4800"/>
              <a:buNone/>
              <a:defRPr sz="4800">
                <a:solidFill>
                  <a:schemeClr val="lt1"/>
                </a:solidFill>
              </a:defRPr>
            </a:lvl7pPr>
            <a:lvl8pPr lvl="7" rtl="0" algn="ctr">
              <a:spcBef>
                <a:spcPts val="0"/>
              </a:spcBef>
              <a:spcAft>
                <a:spcPts val="0"/>
              </a:spcAft>
              <a:buClr>
                <a:schemeClr val="lt1"/>
              </a:buClr>
              <a:buSzPts val="4800"/>
              <a:buNone/>
              <a:defRPr sz="4800">
                <a:solidFill>
                  <a:schemeClr val="lt1"/>
                </a:solidFill>
              </a:defRPr>
            </a:lvl8pPr>
            <a:lvl9pPr lvl="8" rtl="0" algn="ctr">
              <a:spcBef>
                <a:spcPts val="0"/>
              </a:spcBef>
              <a:spcAft>
                <a:spcPts val="0"/>
              </a:spcAft>
              <a:buClr>
                <a:schemeClr val="lt1"/>
              </a:buClr>
              <a:buSzPts val="4800"/>
              <a:buNone/>
              <a:defRPr sz="4800">
                <a:solidFill>
                  <a:schemeClr val="lt1"/>
                </a:solidFill>
              </a:defRPr>
            </a:lvl9pPr>
          </a:lstStyle>
          <a:p/>
        </p:txBody>
      </p:sp>
      <p:sp>
        <p:nvSpPr>
          <p:cNvPr id="20" name="Google Shape;20;p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1" name="Shape 21"/>
        <p:cNvGrpSpPr/>
        <p:nvPr/>
      </p:nvGrpSpPr>
      <p:grpSpPr>
        <a:xfrm>
          <a:off x="0" y="0"/>
          <a:ext cx="0" cy="0"/>
          <a:chOff x="0" y="0"/>
          <a:chExt cx="0" cy="0"/>
        </a:xfrm>
      </p:grpSpPr>
      <p:cxnSp>
        <p:nvCxnSpPr>
          <p:cNvPr id="22" name="Google Shape;22;p4"/>
          <p:cNvCxnSpPr/>
          <p:nvPr/>
        </p:nvCxnSpPr>
        <p:spPr>
          <a:xfrm>
            <a:off x="2477724" y="415650"/>
            <a:ext cx="6244200" cy="0"/>
          </a:xfrm>
          <a:prstGeom prst="straightConnector1">
            <a:avLst/>
          </a:prstGeom>
          <a:noFill/>
          <a:ln cap="flat" cmpd="sng" w="38100">
            <a:solidFill>
              <a:schemeClr val="dk2"/>
            </a:solidFill>
            <a:prstDash val="solid"/>
            <a:round/>
            <a:headEnd len="sm" w="sm" type="none"/>
            <a:tailEnd len="sm" w="sm" type="none"/>
          </a:ln>
        </p:spPr>
      </p:cxnSp>
      <p:cxnSp>
        <p:nvCxnSpPr>
          <p:cNvPr id="23" name="Google Shape;23;p4"/>
          <p:cNvCxnSpPr/>
          <p:nvPr/>
        </p:nvCxnSpPr>
        <p:spPr>
          <a:xfrm>
            <a:off x="2477724" y="4740000"/>
            <a:ext cx="6244200" cy="0"/>
          </a:xfrm>
          <a:prstGeom prst="straightConnector1">
            <a:avLst/>
          </a:prstGeom>
          <a:noFill/>
          <a:ln cap="flat" cmpd="sng" w="19050">
            <a:solidFill>
              <a:schemeClr val="dk2"/>
            </a:solidFill>
            <a:prstDash val="solid"/>
            <a:round/>
            <a:headEnd len="sm" w="sm" type="none"/>
            <a:tailEnd len="sm" w="sm" type="none"/>
          </a:ln>
        </p:spPr>
      </p:cxnSp>
      <p:cxnSp>
        <p:nvCxnSpPr>
          <p:cNvPr id="24" name="Google Shape;24;p4"/>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25" name="Google Shape;25;p4"/>
          <p:cNvSpPr txBox="1"/>
          <p:nvPr>
            <p:ph type="title"/>
          </p:nvPr>
        </p:nvSpPr>
        <p:spPr>
          <a:xfrm>
            <a:off x="2400250" y="575950"/>
            <a:ext cx="6321600" cy="6354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6" name="Google Shape;26;p4"/>
          <p:cNvSpPr txBox="1"/>
          <p:nvPr>
            <p:ph idx="1" type="body"/>
          </p:nvPr>
        </p:nvSpPr>
        <p:spPr>
          <a:xfrm>
            <a:off x="2410112" y="1595776"/>
            <a:ext cx="6321600" cy="3002400"/>
          </a:xfrm>
          <a:prstGeom prst="rect">
            <a:avLst/>
          </a:prstGeom>
        </p:spPr>
        <p:txBody>
          <a:bodyPr anchorCtr="0" anchor="t" bIns="91425" lIns="91425" spcFirstLastPara="1" rIns="91425" wrap="square" tIns="91425">
            <a:noAutofit/>
          </a:bodyPr>
          <a:lstStyle>
            <a:lvl1pPr indent="-342900" lvl="0" marL="457200" rtl="0">
              <a:spcBef>
                <a:spcPts val="0"/>
              </a:spcBef>
              <a:spcAft>
                <a:spcPts val="0"/>
              </a:spcAft>
              <a:buSzPts val="1800"/>
              <a:buChar char="●"/>
              <a:defRPr/>
            </a:lvl1pPr>
            <a:lvl2pPr indent="-317500" lvl="1" marL="914400" rtl="0">
              <a:spcBef>
                <a:spcPts val="1600"/>
              </a:spcBef>
              <a:spcAft>
                <a:spcPts val="0"/>
              </a:spcAft>
              <a:buSzPts val="1400"/>
              <a:buChar char="○"/>
              <a:defRPr/>
            </a:lvl2pPr>
            <a:lvl3pPr indent="-317500" lvl="2" marL="1371600" rtl="0">
              <a:spcBef>
                <a:spcPts val="1600"/>
              </a:spcBef>
              <a:spcAft>
                <a:spcPts val="0"/>
              </a:spcAft>
              <a:buSzPts val="14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
        <p:nvSpPr>
          <p:cNvPr id="27" name="Google Shape;27;p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cxnSp>
        <p:nvCxnSpPr>
          <p:cNvPr id="29" name="Google Shape;29;p5"/>
          <p:cNvCxnSpPr/>
          <p:nvPr/>
        </p:nvCxnSpPr>
        <p:spPr>
          <a:xfrm>
            <a:off x="2477724" y="415650"/>
            <a:ext cx="6244200" cy="0"/>
          </a:xfrm>
          <a:prstGeom prst="straightConnector1">
            <a:avLst/>
          </a:prstGeom>
          <a:noFill/>
          <a:ln cap="flat" cmpd="sng" w="38100">
            <a:solidFill>
              <a:schemeClr val="dk2"/>
            </a:solidFill>
            <a:prstDash val="solid"/>
            <a:round/>
            <a:headEnd len="sm" w="sm" type="none"/>
            <a:tailEnd len="sm" w="sm" type="none"/>
          </a:ln>
        </p:spPr>
      </p:cxnSp>
      <p:cxnSp>
        <p:nvCxnSpPr>
          <p:cNvPr id="30" name="Google Shape;30;p5"/>
          <p:cNvCxnSpPr/>
          <p:nvPr/>
        </p:nvCxnSpPr>
        <p:spPr>
          <a:xfrm>
            <a:off x="2477724" y="4740000"/>
            <a:ext cx="6244200" cy="0"/>
          </a:xfrm>
          <a:prstGeom prst="straightConnector1">
            <a:avLst/>
          </a:prstGeom>
          <a:noFill/>
          <a:ln cap="flat" cmpd="sng" w="19050">
            <a:solidFill>
              <a:schemeClr val="dk2"/>
            </a:solidFill>
            <a:prstDash val="solid"/>
            <a:round/>
            <a:headEnd len="sm" w="sm" type="none"/>
            <a:tailEnd len="sm" w="sm" type="none"/>
          </a:ln>
        </p:spPr>
      </p:cxnSp>
      <p:cxnSp>
        <p:nvCxnSpPr>
          <p:cNvPr id="31" name="Google Shape;31;p5"/>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32" name="Google Shape;32;p5"/>
          <p:cNvSpPr txBox="1"/>
          <p:nvPr>
            <p:ph type="title"/>
          </p:nvPr>
        </p:nvSpPr>
        <p:spPr>
          <a:xfrm>
            <a:off x="2400250" y="575950"/>
            <a:ext cx="6321600" cy="6354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3" name="Google Shape;33;p5"/>
          <p:cNvSpPr txBox="1"/>
          <p:nvPr>
            <p:ph idx="1" type="body"/>
          </p:nvPr>
        </p:nvSpPr>
        <p:spPr>
          <a:xfrm>
            <a:off x="2400303" y="1602675"/>
            <a:ext cx="3071400" cy="3002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34" name="Google Shape;34;p5"/>
          <p:cNvSpPr txBox="1"/>
          <p:nvPr>
            <p:ph idx="2" type="body"/>
          </p:nvPr>
        </p:nvSpPr>
        <p:spPr>
          <a:xfrm>
            <a:off x="5650572" y="1602675"/>
            <a:ext cx="3071400" cy="3002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35" name="Google Shape;35;p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6" name="Shape 36"/>
        <p:cNvGrpSpPr/>
        <p:nvPr/>
      </p:nvGrpSpPr>
      <p:grpSpPr>
        <a:xfrm>
          <a:off x="0" y="0"/>
          <a:ext cx="0" cy="0"/>
          <a:chOff x="0" y="0"/>
          <a:chExt cx="0" cy="0"/>
        </a:xfrm>
      </p:grpSpPr>
      <p:sp>
        <p:nvSpPr>
          <p:cNvPr id="37" name="Google Shape;37;p6"/>
          <p:cNvSpPr txBox="1"/>
          <p:nvPr>
            <p:ph type="title"/>
          </p:nvPr>
        </p:nvSpPr>
        <p:spPr>
          <a:xfrm>
            <a:off x="303300" y="411575"/>
            <a:ext cx="8520600" cy="6396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8" name="Google Shape;38;p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9" name="Shape 39"/>
        <p:cNvGrpSpPr/>
        <p:nvPr/>
      </p:nvGrpSpPr>
      <p:grpSpPr>
        <a:xfrm>
          <a:off x="0" y="0"/>
          <a:ext cx="0" cy="0"/>
          <a:chOff x="0" y="0"/>
          <a:chExt cx="0" cy="0"/>
        </a:xfrm>
      </p:grpSpPr>
      <p:cxnSp>
        <p:nvCxnSpPr>
          <p:cNvPr id="40" name="Google Shape;40;p7"/>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41" name="Google Shape;41;p7"/>
          <p:cNvSpPr txBox="1"/>
          <p:nvPr>
            <p:ph type="title"/>
          </p:nvPr>
        </p:nvSpPr>
        <p:spPr>
          <a:xfrm>
            <a:off x="319500" y="936600"/>
            <a:ext cx="2808000" cy="755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42" name="Google Shape;42;p7"/>
          <p:cNvSpPr txBox="1"/>
          <p:nvPr>
            <p:ph idx="1" type="body"/>
          </p:nvPr>
        </p:nvSpPr>
        <p:spPr>
          <a:xfrm>
            <a:off x="319500" y="1846804"/>
            <a:ext cx="2808000" cy="28062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43" name="Google Shape;43;p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rgbClr val="353535"/>
        </a:solidFill>
      </p:bgPr>
    </p:bg>
    <p:spTree>
      <p:nvGrpSpPr>
        <p:cNvPr id="44" name="Shape 44"/>
        <p:cNvGrpSpPr/>
        <p:nvPr/>
      </p:nvGrpSpPr>
      <p:grpSpPr>
        <a:xfrm>
          <a:off x="0" y="0"/>
          <a:ext cx="0" cy="0"/>
          <a:chOff x="0" y="0"/>
          <a:chExt cx="0" cy="0"/>
        </a:xfrm>
      </p:grpSpPr>
      <p:cxnSp>
        <p:nvCxnSpPr>
          <p:cNvPr id="45" name="Google Shape;45;p8"/>
          <p:cNvCxnSpPr/>
          <p:nvPr/>
        </p:nvCxnSpPr>
        <p:spPr>
          <a:xfrm>
            <a:off x="425198" y="415650"/>
            <a:ext cx="183300" cy="0"/>
          </a:xfrm>
          <a:prstGeom prst="straightConnector1">
            <a:avLst/>
          </a:prstGeom>
          <a:noFill/>
          <a:ln cap="flat" cmpd="sng" w="19050">
            <a:solidFill>
              <a:schemeClr val="lt1"/>
            </a:solidFill>
            <a:prstDash val="solid"/>
            <a:round/>
            <a:headEnd len="sm" w="sm" type="none"/>
            <a:tailEnd len="sm" w="sm" type="none"/>
          </a:ln>
        </p:spPr>
      </p:cxnSp>
      <p:sp>
        <p:nvSpPr>
          <p:cNvPr id="46" name="Google Shape;46;p8"/>
          <p:cNvSpPr txBox="1"/>
          <p:nvPr>
            <p:ph type="title"/>
          </p:nvPr>
        </p:nvSpPr>
        <p:spPr>
          <a:xfrm>
            <a:off x="283103" y="712141"/>
            <a:ext cx="6244200" cy="38355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lt1"/>
              </a:buClr>
              <a:buSzPts val="4800"/>
              <a:buNone/>
              <a:defRPr sz="4800">
                <a:solidFill>
                  <a:schemeClr val="lt1"/>
                </a:solidFill>
              </a:defRPr>
            </a:lvl1pPr>
            <a:lvl2pPr lvl="1" rtl="0">
              <a:spcBef>
                <a:spcPts val="0"/>
              </a:spcBef>
              <a:spcAft>
                <a:spcPts val="0"/>
              </a:spcAft>
              <a:buClr>
                <a:schemeClr val="lt1"/>
              </a:buClr>
              <a:buSzPts val="4800"/>
              <a:buNone/>
              <a:defRPr sz="4800">
                <a:solidFill>
                  <a:schemeClr val="lt1"/>
                </a:solidFill>
              </a:defRPr>
            </a:lvl2pPr>
            <a:lvl3pPr lvl="2" rtl="0">
              <a:spcBef>
                <a:spcPts val="0"/>
              </a:spcBef>
              <a:spcAft>
                <a:spcPts val="0"/>
              </a:spcAft>
              <a:buClr>
                <a:schemeClr val="lt1"/>
              </a:buClr>
              <a:buSzPts val="4800"/>
              <a:buNone/>
              <a:defRPr sz="4800">
                <a:solidFill>
                  <a:schemeClr val="lt1"/>
                </a:solidFill>
              </a:defRPr>
            </a:lvl3pPr>
            <a:lvl4pPr lvl="3" rtl="0">
              <a:spcBef>
                <a:spcPts val="0"/>
              </a:spcBef>
              <a:spcAft>
                <a:spcPts val="0"/>
              </a:spcAft>
              <a:buClr>
                <a:schemeClr val="lt1"/>
              </a:buClr>
              <a:buSzPts val="4800"/>
              <a:buNone/>
              <a:defRPr sz="4800">
                <a:solidFill>
                  <a:schemeClr val="lt1"/>
                </a:solidFill>
              </a:defRPr>
            </a:lvl4pPr>
            <a:lvl5pPr lvl="4" rtl="0">
              <a:spcBef>
                <a:spcPts val="0"/>
              </a:spcBef>
              <a:spcAft>
                <a:spcPts val="0"/>
              </a:spcAft>
              <a:buClr>
                <a:schemeClr val="lt1"/>
              </a:buClr>
              <a:buSzPts val="4800"/>
              <a:buNone/>
              <a:defRPr sz="4800">
                <a:solidFill>
                  <a:schemeClr val="lt1"/>
                </a:solidFill>
              </a:defRPr>
            </a:lvl5pPr>
            <a:lvl6pPr lvl="5" rtl="0">
              <a:spcBef>
                <a:spcPts val="0"/>
              </a:spcBef>
              <a:spcAft>
                <a:spcPts val="0"/>
              </a:spcAft>
              <a:buClr>
                <a:schemeClr val="lt1"/>
              </a:buClr>
              <a:buSzPts val="4800"/>
              <a:buNone/>
              <a:defRPr sz="4800">
                <a:solidFill>
                  <a:schemeClr val="lt1"/>
                </a:solidFill>
              </a:defRPr>
            </a:lvl6pPr>
            <a:lvl7pPr lvl="6" rtl="0">
              <a:spcBef>
                <a:spcPts val="0"/>
              </a:spcBef>
              <a:spcAft>
                <a:spcPts val="0"/>
              </a:spcAft>
              <a:buClr>
                <a:schemeClr val="lt1"/>
              </a:buClr>
              <a:buSzPts val="4800"/>
              <a:buNone/>
              <a:defRPr sz="4800">
                <a:solidFill>
                  <a:schemeClr val="lt1"/>
                </a:solidFill>
              </a:defRPr>
            </a:lvl7pPr>
            <a:lvl8pPr lvl="7" rtl="0">
              <a:spcBef>
                <a:spcPts val="0"/>
              </a:spcBef>
              <a:spcAft>
                <a:spcPts val="0"/>
              </a:spcAft>
              <a:buClr>
                <a:schemeClr val="lt1"/>
              </a:buClr>
              <a:buSzPts val="4800"/>
              <a:buNone/>
              <a:defRPr sz="4800">
                <a:solidFill>
                  <a:schemeClr val="lt1"/>
                </a:solidFill>
              </a:defRPr>
            </a:lvl8pPr>
            <a:lvl9pPr lvl="8" rtl="0">
              <a:spcBef>
                <a:spcPts val="0"/>
              </a:spcBef>
              <a:spcAft>
                <a:spcPts val="0"/>
              </a:spcAft>
              <a:buClr>
                <a:schemeClr val="lt1"/>
              </a:buClr>
              <a:buSzPts val="4800"/>
              <a:buNone/>
              <a:defRPr sz="4800">
                <a:solidFill>
                  <a:schemeClr val="lt1"/>
                </a:solidFill>
              </a:defRPr>
            </a:lvl9pPr>
          </a:lstStyle>
          <a:p/>
        </p:txBody>
      </p:sp>
      <p:sp>
        <p:nvSpPr>
          <p:cNvPr id="47" name="Google Shape;47;p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8" name="Shape 48"/>
        <p:cNvGrpSpPr/>
        <p:nvPr/>
      </p:nvGrpSpPr>
      <p:grpSpPr>
        <a:xfrm>
          <a:off x="0" y="0"/>
          <a:ext cx="0" cy="0"/>
          <a:chOff x="0" y="0"/>
          <a:chExt cx="0" cy="0"/>
        </a:xfrm>
      </p:grpSpPr>
      <p:sp>
        <p:nvSpPr>
          <p:cNvPr id="49" name="Google Shape;49;p9"/>
          <p:cNvSpPr/>
          <p:nvPr/>
        </p:nvSpPr>
        <p:spPr>
          <a:xfrm>
            <a:off x="457200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0" name="Google Shape;50;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51" name="Google Shape;51;p9"/>
          <p:cNvSpPr txBox="1"/>
          <p:nvPr>
            <p:ph type="title"/>
          </p:nvPr>
        </p:nvSpPr>
        <p:spPr>
          <a:xfrm>
            <a:off x="265500" y="1397350"/>
            <a:ext cx="4045200" cy="1318200"/>
          </a:xfrm>
          <a:prstGeom prst="rect">
            <a:avLst/>
          </a:prstGeom>
        </p:spPr>
        <p:txBody>
          <a:bodyPr anchorCtr="0" anchor="b" bIns="91425" lIns="91425" spcFirstLastPara="1" rIns="91425" wrap="square" tIns="91425">
            <a:noAutofit/>
          </a:bodyPr>
          <a:lstStyle>
            <a:lvl1pPr lvl="0" rtl="0" algn="ctr">
              <a:spcBef>
                <a:spcPts val="0"/>
              </a:spcBef>
              <a:spcAft>
                <a:spcPts val="0"/>
              </a:spcAft>
              <a:buClr>
                <a:schemeClr val="dk1"/>
              </a:buClr>
              <a:buSzPts val="3600"/>
              <a:buNone/>
              <a:defRPr sz="3600">
                <a:solidFill>
                  <a:schemeClr val="dk1"/>
                </a:solidFill>
              </a:defRPr>
            </a:lvl1pPr>
            <a:lvl2pPr lvl="1" rtl="0" algn="ctr">
              <a:spcBef>
                <a:spcPts val="0"/>
              </a:spcBef>
              <a:spcAft>
                <a:spcPts val="0"/>
              </a:spcAft>
              <a:buClr>
                <a:schemeClr val="dk1"/>
              </a:buClr>
              <a:buSzPts val="3600"/>
              <a:buNone/>
              <a:defRPr sz="3600">
                <a:solidFill>
                  <a:schemeClr val="dk1"/>
                </a:solidFill>
              </a:defRPr>
            </a:lvl2pPr>
            <a:lvl3pPr lvl="2" rtl="0" algn="ctr">
              <a:spcBef>
                <a:spcPts val="0"/>
              </a:spcBef>
              <a:spcAft>
                <a:spcPts val="0"/>
              </a:spcAft>
              <a:buClr>
                <a:schemeClr val="dk1"/>
              </a:buClr>
              <a:buSzPts val="3600"/>
              <a:buNone/>
              <a:defRPr sz="3600">
                <a:solidFill>
                  <a:schemeClr val="dk1"/>
                </a:solidFill>
              </a:defRPr>
            </a:lvl3pPr>
            <a:lvl4pPr lvl="3" rtl="0" algn="ctr">
              <a:spcBef>
                <a:spcPts val="0"/>
              </a:spcBef>
              <a:spcAft>
                <a:spcPts val="0"/>
              </a:spcAft>
              <a:buClr>
                <a:schemeClr val="dk1"/>
              </a:buClr>
              <a:buSzPts val="3600"/>
              <a:buNone/>
              <a:defRPr sz="3600">
                <a:solidFill>
                  <a:schemeClr val="dk1"/>
                </a:solidFill>
              </a:defRPr>
            </a:lvl4pPr>
            <a:lvl5pPr lvl="4" rtl="0" algn="ctr">
              <a:spcBef>
                <a:spcPts val="0"/>
              </a:spcBef>
              <a:spcAft>
                <a:spcPts val="0"/>
              </a:spcAft>
              <a:buClr>
                <a:schemeClr val="dk1"/>
              </a:buClr>
              <a:buSzPts val="3600"/>
              <a:buNone/>
              <a:defRPr sz="3600">
                <a:solidFill>
                  <a:schemeClr val="dk1"/>
                </a:solidFill>
              </a:defRPr>
            </a:lvl5pPr>
            <a:lvl6pPr lvl="5" rtl="0" algn="ctr">
              <a:spcBef>
                <a:spcPts val="0"/>
              </a:spcBef>
              <a:spcAft>
                <a:spcPts val="0"/>
              </a:spcAft>
              <a:buClr>
                <a:schemeClr val="dk1"/>
              </a:buClr>
              <a:buSzPts val="3600"/>
              <a:buNone/>
              <a:defRPr sz="3600">
                <a:solidFill>
                  <a:schemeClr val="dk1"/>
                </a:solidFill>
              </a:defRPr>
            </a:lvl6pPr>
            <a:lvl7pPr lvl="6" rtl="0" algn="ctr">
              <a:spcBef>
                <a:spcPts val="0"/>
              </a:spcBef>
              <a:spcAft>
                <a:spcPts val="0"/>
              </a:spcAft>
              <a:buClr>
                <a:schemeClr val="dk1"/>
              </a:buClr>
              <a:buSzPts val="3600"/>
              <a:buNone/>
              <a:defRPr sz="3600">
                <a:solidFill>
                  <a:schemeClr val="dk1"/>
                </a:solidFill>
              </a:defRPr>
            </a:lvl7pPr>
            <a:lvl8pPr lvl="7" rtl="0" algn="ctr">
              <a:spcBef>
                <a:spcPts val="0"/>
              </a:spcBef>
              <a:spcAft>
                <a:spcPts val="0"/>
              </a:spcAft>
              <a:buClr>
                <a:schemeClr val="dk1"/>
              </a:buClr>
              <a:buSzPts val="3600"/>
              <a:buNone/>
              <a:defRPr sz="3600">
                <a:solidFill>
                  <a:schemeClr val="dk1"/>
                </a:solidFill>
              </a:defRPr>
            </a:lvl8pPr>
            <a:lvl9pPr lvl="8" rtl="0" algn="ctr">
              <a:spcBef>
                <a:spcPts val="0"/>
              </a:spcBef>
              <a:spcAft>
                <a:spcPts val="0"/>
              </a:spcAft>
              <a:buClr>
                <a:schemeClr val="dk1"/>
              </a:buClr>
              <a:buSzPts val="3600"/>
              <a:buNone/>
              <a:defRPr sz="3600">
                <a:solidFill>
                  <a:schemeClr val="dk1"/>
                </a:solidFill>
              </a:defRPr>
            </a:lvl9pPr>
          </a:lstStyle>
          <a:p/>
        </p:txBody>
      </p:sp>
      <p:sp>
        <p:nvSpPr>
          <p:cNvPr id="52" name="Google Shape;52;p9"/>
          <p:cNvSpPr txBox="1"/>
          <p:nvPr>
            <p:ph idx="1" type="subTitle"/>
          </p:nvPr>
        </p:nvSpPr>
        <p:spPr>
          <a:xfrm>
            <a:off x="265500" y="2735371"/>
            <a:ext cx="4045200" cy="1345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3" name="Google Shape;53;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600"/>
              </a:spcBef>
              <a:spcAft>
                <a:spcPts val="0"/>
              </a:spcAft>
              <a:buClr>
                <a:schemeClr val="lt1"/>
              </a:buClr>
              <a:buSzPts val="1400"/>
              <a:buChar char="○"/>
              <a:defRPr>
                <a:solidFill>
                  <a:schemeClr val="lt1"/>
                </a:solidFill>
              </a:defRPr>
            </a:lvl2pPr>
            <a:lvl3pPr indent="-317500" lvl="2" marL="1371600" rtl="0">
              <a:spcBef>
                <a:spcPts val="1600"/>
              </a:spcBef>
              <a:spcAft>
                <a:spcPts val="0"/>
              </a:spcAft>
              <a:buClr>
                <a:schemeClr val="lt1"/>
              </a:buClr>
              <a:buSzPts val="1400"/>
              <a:buChar char="■"/>
              <a:defRPr>
                <a:solidFill>
                  <a:schemeClr val="lt1"/>
                </a:solidFill>
              </a:defRPr>
            </a:lvl3pPr>
            <a:lvl4pPr indent="-317500" lvl="3" marL="1828800" rtl="0">
              <a:spcBef>
                <a:spcPts val="1600"/>
              </a:spcBef>
              <a:spcAft>
                <a:spcPts val="0"/>
              </a:spcAft>
              <a:buClr>
                <a:schemeClr val="lt1"/>
              </a:buClr>
              <a:buSzPts val="1400"/>
              <a:buChar char="●"/>
              <a:defRPr>
                <a:solidFill>
                  <a:schemeClr val="lt1"/>
                </a:solidFill>
              </a:defRPr>
            </a:lvl4pPr>
            <a:lvl5pPr indent="-317500" lvl="4" marL="2286000" rtl="0">
              <a:spcBef>
                <a:spcPts val="1600"/>
              </a:spcBef>
              <a:spcAft>
                <a:spcPts val="0"/>
              </a:spcAft>
              <a:buClr>
                <a:schemeClr val="lt1"/>
              </a:buClr>
              <a:buSzPts val="1400"/>
              <a:buChar char="○"/>
              <a:defRPr>
                <a:solidFill>
                  <a:schemeClr val="lt1"/>
                </a:solidFill>
              </a:defRPr>
            </a:lvl5pPr>
            <a:lvl6pPr indent="-317500" lvl="5" marL="2743200" rtl="0">
              <a:spcBef>
                <a:spcPts val="1600"/>
              </a:spcBef>
              <a:spcAft>
                <a:spcPts val="0"/>
              </a:spcAft>
              <a:buClr>
                <a:schemeClr val="lt1"/>
              </a:buClr>
              <a:buSzPts val="1400"/>
              <a:buChar char="■"/>
              <a:defRPr>
                <a:solidFill>
                  <a:schemeClr val="lt1"/>
                </a:solidFill>
              </a:defRPr>
            </a:lvl6pPr>
            <a:lvl7pPr indent="-317500" lvl="6" marL="3200400" rtl="0">
              <a:spcBef>
                <a:spcPts val="1600"/>
              </a:spcBef>
              <a:spcAft>
                <a:spcPts val="0"/>
              </a:spcAft>
              <a:buClr>
                <a:schemeClr val="lt1"/>
              </a:buClr>
              <a:buSzPts val="1400"/>
              <a:buChar char="●"/>
              <a:defRPr>
                <a:solidFill>
                  <a:schemeClr val="lt1"/>
                </a:solidFill>
              </a:defRPr>
            </a:lvl7pPr>
            <a:lvl8pPr indent="-317500" lvl="7" marL="3657600" rtl="0">
              <a:spcBef>
                <a:spcPts val="1600"/>
              </a:spcBef>
              <a:spcAft>
                <a:spcPts val="0"/>
              </a:spcAft>
              <a:buClr>
                <a:schemeClr val="lt1"/>
              </a:buClr>
              <a:buSzPts val="1400"/>
              <a:buChar char="○"/>
              <a:defRPr>
                <a:solidFill>
                  <a:schemeClr val="lt1"/>
                </a:solidFill>
              </a:defRPr>
            </a:lvl8pPr>
            <a:lvl9pPr indent="-317500" lvl="8" marL="4114800" rtl="0">
              <a:spcBef>
                <a:spcPts val="1600"/>
              </a:spcBef>
              <a:spcAft>
                <a:spcPts val="1600"/>
              </a:spcAft>
              <a:buClr>
                <a:schemeClr val="lt1"/>
              </a:buClr>
              <a:buSzPts val="1400"/>
              <a:buChar char="■"/>
              <a:defRPr>
                <a:solidFill>
                  <a:schemeClr val="lt1"/>
                </a:solidFill>
              </a:defRPr>
            </a:lvl9pPr>
          </a:lstStyle>
          <a:p/>
        </p:txBody>
      </p:sp>
      <p:sp>
        <p:nvSpPr>
          <p:cNvPr id="54" name="Google Shape;54;p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5" name="Shape 55"/>
        <p:cNvGrpSpPr/>
        <p:nvPr/>
      </p:nvGrpSpPr>
      <p:grpSpPr>
        <a:xfrm>
          <a:off x="0" y="0"/>
          <a:ext cx="0" cy="0"/>
          <a:chOff x="0" y="0"/>
          <a:chExt cx="0" cy="0"/>
        </a:xfrm>
      </p:grpSpPr>
      <p:cxnSp>
        <p:nvCxnSpPr>
          <p:cNvPr id="56" name="Google Shape;56;p10"/>
          <p:cNvCxnSpPr/>
          <p:nvPr/>
        </p:nvCxnSpPr>
        <p:spPr>
          <a:xfrm>
            <a:off x="425200" y="4740000"/>
            <a:ext cx="8296800" cy="0"/>
          </a:xfrm>
          <a:prstGeom prst="straightConnector1">
            <a:avLst/>
          </a:prstGeom>
          <a:noFill/>
          <a:ln cap="flat" cmpd="sng" w="19050">
            <a:solidFill>
              <a:schemeClr val="dk2"/>
            </a:solidFill>
            <a:prstDash val="solid"/>
            <a:round/>
            <a:headEnd len="sm" w="sm" type="none"/>
            <a:tailEnd len="sm" w="sm" type="none"/>
          </a:ln>
        </p:spPr>
      </p:cxnSp>
      <p:cxnSp>
        <p:nvCxnSpPr>
          <p:cNvPr id="57" name="Google Shape;57;p10"/>
          <p:cNvCxnSpPr/>
          <p:nvPr/>
        </p:nvCxnSpPr>
        <p:spPr>
          <a:xfrm>
            <a:off x="425198" y="415650"/>
            <a:ext cx="183300" cy="0"/>
          </a:xfrm>
          <a:prstGeom prst="straightConnector1">
            <a:avLst/>
          </a:prstGeom>
          <a:noFill/>
          <a:ln cap="flat" cmpd="sng" w="19050">
            <a:solidFill>
              <a:schemeClr val="dk2"/>
            </a:solidFill>
            <a:prstDash val="solid"/>
            <a:round/>
            <a:headEnd len="sm" w="sm" type="none"/>
            <a:tailEnd len="sm" w="sm" type="none"/>
          </a:ln>
        </p:spPr>
      </p:cxnSp>
      <p:sp>
        <p:nvSpPr>
          <p:cNvPr id="58" name="Google Shape;58;p10"/>
          <p:cNvSpPr txBox="1"/>
          <p:nvPr>
            <p:ph idx="1" type="body"/>
          </p:nvPr>
        </p:nvSpPr>
        <p:spPr>
          <a:xfrm>
            <a:off x="328017" y="4226025"/>
            <a:ext cx="8388600" cy="3936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SzPts val="1800"/>
              <a:buNone/>
              <a:defRPr/>
            </a:lvl1pPr>
          </a:lstStyle>
          <a:p/>
        </p:txBody>
      </p:sp>
      <p:sp>
        <p:nvSpPr>
          <p:cNvPr id="59" name="Google Shape;59;p1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0" name="Shape 60"/>
        <p:cNvGrpSpPr/>
        <p:nvPr/>
      </p:nvGrpSpPr>
      <p:grpSpPr>
        <a:xfrm>
          <a:off x="0" y="0"/>
          <a:ext cx="0" cy="0"/>
          <a:chOff x="0" y="0"/>
          <a:chExt cx="0" cy="0"/>
        </a:xfrm>
      </p:grpSpPr>
      <p:cxnSp>
        <p:nvCxnSpPr>
          <p:cNvPr id="61" name="Google Shape;61;p11"/>
          <p:cNvCxnSpPr/>
          <p:nvPr/>
        </p:nvCxnSpPr>
        <p:spPr>
          <a:xfrm>
            <a:off x="425200" y="4740000"/>
            <a:ext cx="8296800" cy="0"/>
          </a:xfrm>
          <a:prstGeom prst="straightConnector1">
            <a:avLst/>
          </a:prstGeom>
          <a:noFill/>
          <a:ln cap="flat" cmpd="sng" w="19050">
            <a:solidFill>
              <a:schemeClr val="dk2"/>
            </a:solidFill>
            <a:prstDash val="solid"/>
            <a:round/>
            <a:headEnd len="sm" w="sm" type="none"/>
            <a:tailEnd len="sm" w="sm" type="none"/>
          </a:ln>
        </p:spPr>
      </p:cxnSp>
      <p:cxnSp>
        <p:nvCxnSpPr>
          <p:cNvPr id="62" name="Google Shape;62;p11"/>
          <p:cNvCxnSpPr/>
          <p:nvPr/>
        </p:nvCxnSpPr>
        <p:spPr>
          <a:xfrm>
            <a:off x="425200" y="415650"/>
            <a:ext cx="8296800" cy="0"/>
          </a:xfrm>
          <a:prstGeom prst="straightConnector1">
            <a:avLst/>
          </a:prstGeom>
          <a:noFill/>
          <a:ln cap="flat" cmpd="sng" w="38100">
            <a:solidFill>
              <a:schemeClr val="dk2"/>
            </a:solidFill>
            <a:prstDash val="solid"/>
            <a:round/>
            <a:headEnd len="sm" w="sm" type="none"/>
            <a:tailEnd len="sm" w="sm" type="none"/>
          </a:ln>
        </p:spPr>
      </p:cxnSp>
      <p:sp>
        <p:nvSpPr>
          <p:cNvPr id="63" name="Google Shape;63;p11"/>
          <p:cNvSpPr txBox="1"/>
          <p:nvPr>
            <p:ph hasCustomPrompt="1" type="title"/>
          </p:nvPr>
        </p:nvSpPr>
        <p:spPr>
          <a:xfrm>
            <a:off x="853950" y="1304850"/>
            <a:ext cx="7436100" cy="15384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1pPr>
            <a:lvl2pPr lvl="1"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2pPr>
            <a:lvl3pPr lvl="2"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3pPr>
            <a:lvl4pPr lvl="3"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4pPr>
            <a:lvl5pPr lvl="4"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5pPr>
            <a:lvl6pPr lvl="5"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6pPr>
            <a:lvl7pPr lvl="6"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7pPr>
            <a:lvl8pPr lvl="7"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8pPr>
            <a:lvl9pPr lvl="8" rt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9pPr>
          </a:lstStyle>
          <a:p>
            <a:r>
              <a:t>xx%</a:t>
            </a:r>
          </a:p>
        </p:txBody>
      </p:sp>
      <p:sp>
        <p:nvSpPr>
          <p:cNvPr id="64" name="Google Shape;64;p11"/>
          <p:cNvSpPr txBox="1"/>
          <p:nvPr>
            <p:ph idx="1" type="body"/>
          </p:nvPr>
        </p:nvSpPr>
        <p:spPr>
          <a:xfrm>
            <a:off x="853950" y="2919450"/>
            <a:ext cx="7436100" cy="1071600"/>
          </a:xfrm>
          <a:prstGeom prst="rect">
            <a:avLst/>
          </a:prstGeom>
        </p:spPr>
        <p:txBody>
          <a:bodyPr anchorCtr="0" anchor="t" bIns="91425" lIns="91425" spcFirstLastPara="1" rIns="91425" wrap="square" tIns="91425">
            <a:noAutofit/>
          </a:bodyPr>
          <a:lstStyle>
            <a:lvl1pPr indent="-342900" lvl="0" marL="457200" rtl="0" algn="ctr">
              <a:spcBef>
                <a:spcPts val="0"/>
              </a:spcBef>
              <a:spcAft>
                <a:spcPts val="0"/>
              </a:spcAft>
              <a:buSzPts val="1800"/>
              <a:buChar char="●"/>
              <a:defRPr/>
            </a:lvl1pPr>
            <a:lvl2pPr indent="-317500" lvl="1" marL="914400" rtl="0" algn="ctr">
              <a:spcBef>
                <a:spcPts val="1600"/>
              </a:spcBef>
              <a:spcAft>
                <a:spcPts val="0"/>
              </a:spcAft>
              <a:buSzPts val="1400"/>
              <a:buChar char="○"/>
              <a:defRPr/>
            </a:lvl2pPr>
            <a:lvl3pPr indent="-317500" lvl="2" marL="1371600" rtl="0" algn="ctr">
              <a:spcBef>
                <a:spcPts val="1600"/>
              </a:spcBef>
              <a:spcAft>
                <a:spcPts val="0"/>
              </a:spcAft>
              <a:buSzPts val="14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65" name="Google Shape;65;p1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6" name="Shape 66"/>
        <p:cNvGrpSpPr/>
        <p:nvPr/>
      </p:nvGrpSpPr>
      <p:grpSpPr>
        <a:xfrm>
          <a:off x="0" y="0"/>
          <a:ext cx="0" cy="0"/>
          <a:chOff x="0" y="0"/>
          <a:chExt cx="0" cy="0"/>
        </a:xfrm>
      </p:grpSpPr>
      <p:sp>
        <p:nvSpPr>
          <p:cNvPr id="67" name="Google Shape;67;p1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g3f78293ae7f_6_0)">
  <p:cSld name="Title slide (g3f78293ae7f_6_0)">
    <p:bg>
      <p:bgPr>
        <a:solidFill>
          <a:schemeClr val="dk1"/>
        </a:solidFill>
      </p:bgPr>
    </p:bg>
    <p:spTree>
      <p:nvGrpSpPr>
        <p:cNvPr id="68" name="Shape 68"/>
        <p:cNvGrpSpPr/>
        <p:nvPr/>
      </p:nvGrpSpPr>
      <p:grpSpPr>
        <a:xfrm>
          <a:off x="0" y="0"/>
          <a:ext cx="0" cy="0"/>
          <a:chOff x="0" y="0"/>
          <a:chExt cx="0" cy="0"/>
        </a:xfrm>
      </p:grpSpPr>
      <p:sp>
        <p:nvSpPr>
          <p:cNvPr id="69" name="Google Shape;69;p13"/>
          <p:cNvSpPr txBox="1"/>
          <p:nvPr>
            <p:ph type="ctrTitle"/>
          </p:nvPr>
        </p:nvSpPr>
        <p:spPr>
          <a:xfrm>
            <a:off x="2371725" y="630225"/>
            <a:ext cx="6331500" cy="15420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70" name="Google Shape;70;p13"/>
          <p:cNvSpPr txBox="1"/>
          <p:nvPr>
            <p:ph idx="1" type="subTitle"/>
          </p:nvPr>
        </p:nvSpPr>
        <p:spPr>
          <a:xfrm>
            <a:off x="2390267" y="3238450"/>
            <a:ext cx="6331500" cy="12417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Clr>
                <a:schemeClr val="lt1"/>
              </a:buClr>
              <a:buSzPts val="1800"/>
              <a:buNone/>
              <a:defRPr>
                <a:solidFill>
                  <a:schemeClr val="lt1"/>
                </a:solidFill>
              </a:defRPr>
            </a:lvl1pPr>
            <a:lvl2pPr lvl="1">
              <a:lnSpc>
                <a:spcPct val="100000"/>
              </a:lnSpc>
              <a:spcBef>
                <a:spcPts val="0"/>
              </a:spcBef>
              <a:spcAft>
                <a:spcPts val="0"/>
              </a:spcAft>
              <a:buClr>
                <a:schemeClr val="lt1"/>
              </a:buClr>
              <a:buSzPts val="1800"/>
              <a:buNone/>
              <a:defRPr sz="1800">
                <a:solidFill>
                  <a:schemeClr val="lt1"/>
                </a:solidFill>
              </a:defRPr>
            </a:lvl2pPr>
            <a:lvl3pPr lvl="2">
              <a:lnSpc>
                <a:spcPct val="100000"/>
              </a:lnSpc>
              <a:spcBef>
                <a:spcPts val="0"/>
              </a:spcBef>
              <a:spcAft>
                <a:spcPts val="0"/>
              </a:spcAft>
              <a:buClr>
                <a:schemeClr val="lt1"/>
              </a:buClr>
              <a:buSzPts val="1800"/>
              <a:buNone/>
              <a:defRPr sz="1800">
                <a:solidFill>
                  <a:schemeClr val="lt1"/>
                </a:solidFill>
              </a:defRPr>
            </a:lvl3pPr>
            <a:lvl4pPr lvl="3">
              <a:lnSpc>
                <a:spcPct val="100000"/>
              </a:lnSpc>
              <a:spcBef>
                <a:spcPts val="0"/>
              </a:spcBef>
              <a:spcAft>
                <a:spcPts val="0"/>
              </a:spcAft>
              <a:buClr>
                <a:schemeClr val="lt1"/>
              </a:buClr>
              <a:buSzPts val="1800"/>
              <a:buNone/>
              <a:defRPr sz="1800">
                <a:solidFill>
                  <a:schemeClr val="lt1"/>
                </a:solidFill>
              </a:defRPr>
            </a:lvl4pPr>
            <a:lvl5pPr lvl="4">
              <a:lnSpc>
                <a:spcPct val="100000"/>
              </a:lnSpc>
              <a:spcBef>
                <a:spcPts val="0"/>
              </a:spcBef>
              <a:spcAft>
                <a:spcPts val="0"/>
              </a:spcAft>
              <a:buClr>
                <a:schemeClr val="lt1"/>
              </a:buClr>
              <a:buSzPts val="1800"/>
              <a:buNone/>
              <a:defRPr sz="1800">
                <a:solidFill>
                  <a:schemeClr val="lt1"/>
                </a:solidFill>
              </a:defRPr>
            </a:lvl5pPr>
            <a:lvl6pPr lvl="5">
              <a:lnSpc>
                <a:spcPct val="100000"/>
              </a:lnSpc>
              <a:spcBef>
                <a:spcPts val="0"/>
              </a:spcBef>
              <a:spcAft>
                <a:spcPts val="0"/>
              </a:spcAft>
              <a:buClr>
                <a:schemeClr val="lt1"/>
              </a:buClr>
              <a:buSzPts val="1800"/>
              <a:buNone/>
              <a:defRPr sz="1800">
                <a:solidFill>
                  <a:schemeClr val="lt1"/>
                </a:solidFill>
              </a:defRPr>
            </a:lvl6pPr>
            <a:lvl7pPr lvl="6">
              <a:lnSpc>
                <a:spcPct val="100000"/>
              </a:lnSpc>
              <a:spcBef>
                <a:spcPts val="0"/>
              </a:spcBef>
              <a:spcAft>
                <a:spcPts val="0"/>
              </a:spcAft>
              <a:buClr>
                <a:schemeClr val="lt1"/>
              </a:buClr>
              <a:buSzPts val="1800"/>
              <a:buNone/>
              <a:defRPr sz="1800">
                <a:solidFill>
                  <a:schemeClr val="lt1"/>
                </a:solidFill>
              </a:defRPr>
            </a:lvl7pPr>
            <a:lvl8pPr lvl="7">
              <a:lnSpc>
                <a:spcPct val="100000"/>
              </a:lnSpc>
              <a:spcBef>
                <a:spcPts val="0"/>
              </a:spcBef>
              <a:spcAft>
                <a:spcPts val="0"/>
              </a:spcAft>
              <a:buClr>
                <a:schemeClr val="lt1"/>
              </a:buClr>
              <a:buSzPts val="1800"/>
              <a:buNone/>
              <a:defRPr sz="1800">
                <a:solidFill>
                  <a:schemeClr val="lt1"/>
                </a:solidFill>
              </a:defRPr>
            </a:lvl8pPr>
            <a:lvl9pPr lvl="8">
              <a:lnSpc>
                <a:spcPct val="100000"/>
              </a:lnSpc>
              <a:spcBef>
                <a:spcPts val="0"/>
              </a:spcBef>
              <a:spcAft>
                <a:spcPts val="0"/>
              </a:spcAft>
              <a:buClr>
                <a:schemeClr val="lt1"/>
              </a:buClr>
              <a:buSzPts val="1800"/>
              <a:buNone/>
              <a:defRPr sz="1800">
                <a:solidFill>
                  <a:schemeClr val="lt1"/>
                </a:solidFill>
              </a:defRPr>
            </a:lvl9pPr>
          </a:lstStyle>
          <a:p/>
        </p:txBody>
      </p:sp>
      <p:sp>
        <p:nvSpPr>
          <p:cNvPr id="71" name="Google Shape;71;p1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g3f78293ae7f_13_0)">
  <p:cSld name="Main point (g3f78293ae7f_13_0)">
    <p:bg>
      <p:bgPr>
        <a:solidFill>
          <a:srgbClr val="353535"/>
        </a:solidFill>
      </p:bgPr>
    </p:bg>
    <p:spTree>
      <p:nvGrpSpPr>
        <p:cNvPr id="72" name="Shape 72"/>
        <p:cNvGrpSpPr/>
        <p:nvPr/>
      </p:nvGrpSpPr>
      <p:grpSpPr>
        <a:xfrm>
          <a:off x="0" y="0"/>
          <a:ext cx="0" cy="0"/>
          <a:chOff x="0" y="0"/>
          <a:chExt cx="0" cy="0"/>
        </a:xfrm>
      </p:grpSpPr>
      <p:sp>
        <p:nvSpPr>
          <p:cNvPr id="73" name="Google Shape;73;p14"/>
          <p:cNvSpPr txBox="1"/>
          <p:nvPr>
            <p:ph type="title"/>
          </p:nvPr>
        </p:nvSpPr>
        <p:spPr>
          <a:xfrm>
            <a:off x="283103" y="712141"/>
            <a:ext cx="6244200" cy="38355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74" name="Google Shape;74;p1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wiss-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400250" y="575950"/>
            <a:ext cx="6321600" cy="6354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1pPr>
            <a:lvl2pPr lvl="1"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2pPr>
            <a:lvl3pPr lvl="2"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3pPr>
            <a:lvl4pPr lvl="3"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4pPr>
            <a:lvl5pPr lvl="4"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5pPr>
            <a:lvl6pPr lvl="5"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6pPr>
            <a:lvl7pPr lvl="6"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7pPr>
            <a:lvl8pPr lvl="7"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8pPr>
            <a:lvl9pPr lvl="8" rt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2410112" y="1595776"/>
            <a:ext cx="6321600" cy="3002400"/>
          </a:xfrm>
          <a:prstGeom prst="rect">
            <a:avLst/>
          </a:prstGeom>
          <a:noFill/>
          <a:ln>
            <a:noFill/>
          </a:ln>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dk2"/>
              </a:buClr>
              <a:buSzPts val="1800"/>
              <a:buFont typeface="Lato"/>
              <a:buChar char="●"/>
              <a:defRPr sz="1800">
                <a:solidFill>
                  <a:schemeClr val="dk2"/>
                </a:solidFill>
                <a:latin typeface="Lato"/>
                <a:ea typeface="Lato"/>
                <a:cs typeface="Lato"/>
                <a:sym typeface="Lato"/>
              </a:defRPr>
            </a:lvl1pPr>
            <a:lvl2pPr indent="-317500" lvl="1" marL="9144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2pPr>
            <a:lvl3pPr indent="-317500" lvl="2" marL="13716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3pPr>
            <a:lvl4pPr indent="-317500" lvl="3" marL="18288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4pPr>
            <a:lvl5pPr indent="-317500" lvl="4" marL="22860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5pPr>
            <a:lvl6pPr indent="-317500" lvl="5" marL="27432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6pPr>
            <a:lvl7pPr indent="-317500" lvl="6" marL="32004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7pPr>
            <a:lvl8pPr indent="-317500" lvl="7" marL="3657600" rtl="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8pPr>
            <a:lvl9pPr indent="-317500" lvl="8" marL="4114800" rtl="0">
              <a:lnSpc>
                <a:spcPct val="115000"/>
              </a:lnSpc>
              <a:spcBef>
                <a:spcPts val="1600"/>
              </a:spcBef>
              <a:spcAft>
                <a:spcPts val="1600"/>
              </a:spcAft>
              <a:buClr>
                <a:schemeClr val="dk2"/>
              </a:buClr>
              <a:buSzPts val="1400"/>
              <a:buFont typeface="Lato"/>
              <a:buChar char="■"/>
              <a:defRPr>
                <a:solidFill>
                  <a:schemeClr val="dk2"/>
                </a:solidFill>
                <a:latin typeface="Lato"/>
                <a:ea typeface="Lato"/>
                <a:cs typeface="Lato"/>
                <a:sym typeface="Lato"/>
              </a:defRPr>
            </a:lvl9pPr>
          </a:lstStyle>
          <a:p/>
        </p:txBody>
      </p:sp>
      <p:sp>
        <p:nvSpPr>
          <p:cNvPr id="8" name="Google Shape;8;p1"/>
          <p:cNvSpPr txBox="1"/>
          <p:nvPr>
            <p:ph idx="12" type="sldNum"/>
          </p:nvPr>
        </p:nvSpPr>
        <p:spPr>
          <a:xfrm>
            <a:off x="8497999" y="4688759"/>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latin typeface="Lato"/>
                <a:ea typeface="Lato"/>
                <a:cs typeface="Lato"/>
                <a:sym typeface="Lato"/>
              </a:defRPr>
            </a:lvl1pPr>
            <a:lvl2pPr lvl="1" rtl="0" algn="r">
              <a:buNone/>
              <a:defRPr sz="1000">
                <a:solidFill>
                  <a:schemeClr val="dk2"/>
                </a:solidFill>
                <a:latin typeface="Lato"/>
                <a:ea typeface="Lato"/>
                <a:cs typeface="Lato"/>
                <a:sym typeface="Lato"/>
              </a:defRPr>
            </a:lvl2pPr>
            <a:lvl3pPr lvl="2" rtl="0" algn="r">
              <a:buNone/>
              <a:defRPr sz="1000">
                <a:solidFill>
                  <a:schemeClr val="dk2"/>
                </a:solidFill>
                <a:latin typeface="Lato"/>
                <a:ea typeface="Lato"/>
                <a:cs typeface="Lato"/>
                <a:sym typeface="Lato"/>
              </a:defRPr>
            </a:lvl3pPr>
            <a:lvl4pPr lvl="3" rtl="0" algn="r">
              <a:buNone/>
              <a:defRPr sz="1000">
                <a:solidFill>
                  <a:schemeClr val="dk2"/>
                </a:solidFill>
                <a:latin typeface="Lato"/>
                <a:ea typeface="Lato"/>
                <a:cs typeface="Lato"/>
                <a:sym typeface="Lato"/>
              </a:defRPr>
            </a:lvl4pPr>
            <a:lvl5pPr lvl="4" rtl="0" algn="r">
              <a:buNone/>
              <a:defRPr sz="1000">
                <a:solidFill>
                  <a:schemeClr val="dk2"/>
                </a:solidFill>
                <a:latin typeface="Lato"/>
                <a:ea typeface="Lato"/>
                <a:cs typeface="Lato"/>
                <a:sym typeface="Lato"/>
              </a:defRPr>
            </a:lvl5pPr>
            <a:lvl6pPr lvl="5" rtl="0" algn="r">
              <a:buNone/>
              <a:defRPr sz="1000">
                <a:solidFill>
                  <a:schemeClr val="dk2"/>
                </a:solidFill>
                <a:latin typeface="Lato"/>
                <a:ea typeface="Lato"/>
                <a:cs typeface="Lato"/>
                <a:sym typeface="Lato"/>
              </a:defRPr>
            </a:lvl6pPr>
            <a:lvl7pPr lvl="6" rtl="0" algn="r">
              <a:buNone/>
              <a:defRPr sz="1000">
                <a:solidFill>
                  <a:schemeClr val="dk2"/>
                </a:solidFill>
                <a:latin typeface="Lato"/>
                <a:ea typeface="Lato"/>
                <a:cs typeface="Lato"/>
                <a:sym typeface="Lato"/>
              </a:defRPr>
            </a:lvl7pPr>
            <a:lvl8pPr lvl="7" rtl="0" algn="r">
              <a:buNone/>
              <a:defRPr sz="1000">
                <a:solidFill>
                  <a:schemeClr val="dk2"/>
                </a:solidFill>
                <a:latin typeface="Lato"/>
                <a:ea typeface="Lato"/>
                <a:cs typeface="Lato"/>
                <a:sym typeface="Lato"/>
              </a:defRPr>
            </a:lvl8pPr>
            <a:lvl9pPr lvl="8" rtl="0" algn="r">
              <a:buNone/>
              <a:defRPr sz="1000">
                <a:solidFill>
                  <a:schemeClr val="dk2"/>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21.png"/><Relationship Id="rId10" Type="http://schemas.openxmlformats.org/officeDocument/2006/relationships/image" Target="../media/image23.png"/><Relationship Id="rId12" Type="http://schemas.openxmlformats.org/officeDocument/2006/relationships/image" Target="../media/image14.png"/><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7.png"/><Relationship Id="rId4" Type="http://schemas.openxmlformats.org/officeDocument/2006/relationships/image" Target="../media/image19.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1" Type="http://schemas.openxmlformats.org/officeDocument/2006/relationships/image" Target="../media/image21.png"/><Relationship Id="rId10" Type="http://schemas.openxmlformats.org/officeDocument/2006/relationships/image" Target="../media/image23.png"/><Relationship Id="rId12" Type="http://schemas.openxmlformats.org/officeDocument/2006/relationships/image" Target="../media/image14.png"/><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19.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3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4.png"/><Relationship Id="rId5"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4.png"/><Relationship Id="rId5"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4.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4.png"/><Relationship Id="rId5" Type="http://schemas.openxmlformats.org/officeDocument/2006/relationships/image" Target="../media/image3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3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4.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4.png"/><Relationship Id="rId5"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4.png"/><Relationship Id="rId5"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cxnSp>
        <p:nvCxnSpPr>
          <p:cNvPr id="79" name="Google Shape;79;p15"/>
          <p:cNvCxnSpPr/>
          <p:nvPr/>
        </p:nvCxnSpPr>
        <p:spPr>
          <a:xfrm>
            <a:off x="2188725" y="415450"/>
            <a:ext cx="6533100" cy="300"/>
          </a:xfrm>
          <a:prstGeom prst="straightConnector1">
            <a:avLst/>
          </a:prstGeom>
          <a:noFill/>
          <a:ln cap="flat" cmpd="sng" w="38100">
            <a:solidFill>
              <a:schemeClr val="lt1"/>
            </a:solidFill>
            <a:prstDash val="solid"/>
            <a:round/>
            <a:headEnd len="sm" w="sm" type="none"/>
            <a:tailEnd len="sm" w="sm" type="none"/>
          </a:ln>
        </p:spPr>
      </p:cxnSp>
      <p:cxnSp>
        <p:nvCxnSpPr>
          <p:cNvPr id="80" name="Google Shape;80;p15"/>
          <p:cNvCxnSpPr/>
          <p:nvPr/>
        </p:nvCxnSpPr>
        <p:spPr>
          <a:xfrm flipH="1" rot="10800000">
            <a:off x="2219125" y="4739775"/>
            <a:ext cx="6502800" cy="12600"/>
          </a:xfrm>
          <a:prstGeom prst="straightConnector1">
            <a:avLst/>
          </a:prstGeom>
          <a:noFill/>
          <a:ln cap="flat" cmpd="sng" w="19050">
            <a:solidFill>
              <a:schemeClr val="lt1"/>
            </a:solidFill>
            <a:prstDash val="solid"/>
            <a:round/>
            <a:headEnd len="sm" w="sm" type="none"/>
            <a:tailEnd len="sm" w="sm" type="none"/>
          </a:ln>
        </p:spPr>
      </p:cxnSp>
      <p:sp>
        <p:nvSpPr>
          <p:cNvPr id="81" name="Google Shape;81;p15"/>
          <p:cNvSpPr txBox="1"/>
          <p:nvPr>
            <p:ph type="ctrTitle"/>
          </p:nvPr>
        </p:nvSpPr>
        <p:spPr>
          <a:xfrm>
            <a:off x="2087400" y="630225"/>
            <a:ext cx="6615900" cy="1542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latin typeface="Montserrat"/>
                <a:ea typeface="Montserrat"/>
                <a:cs typeface="Montserrat"/>
                <a:sym typeface="Montserrat"/>
              </a:rPr>
              <a:t>Agentic Agile</a:t>
            </a:r>
            <a:endParaRPr>
              <a:latin typeface="Montserrat"/>
              <a:ea typeface="Montserrat"/>
              <a:cs typeface="Montserrat"/>
              <a:sym typeface="Montserrat"/>
            </a:endParaRPr>
          </a:p>
          <a:p>
            <a:pPr indent="0" lvl="0" marL="0" rtl="0" algn="l">
              <a:spcBef>
                <a:spcPts val="0"/>
              </a:spcBef>
              <a:spcAft>
                <a:spcPts val="0"/>
              </a:spcAft>
              <a:buNone/>
            </a:pPr>
            <a:r>
              <a:rPr lang="en" sz="4000">
                <a:latin typeface="Montserrat"/>
                <a:ea typeface="Montserrat"/>
                <a:cs typeface="Montserrat"/>
                <a:sym typeface="Montserrat"/>
              </a:rPr>
              <a:t>Product Development</a:t>
            </a:r>
            <a:endParaRPr sz="4000">
              <a:latin typeface="Montserrat"/>
              <a:ea typeface="Montserrat"/>
              <a:cs typeface="Montserrat"/>
              <a:sym typeface="Montserrat"/>
            </a:endParaRPr>
          </a:p>
        </p:txBody>
      </p:sp>
      <p:sp>
        <p:nvSpPr>
          <p:cNvPr id="82" name="Google Shape;82;p15"/>
          <p:cNvSpPr txBox="1"/>
          <p:nvPr>
            <p:ph idx="1" type="subTitle"/>
          </p:nvPr>
        </p:nvSpPr>
        <p:spPr>
          <a:xfrm>
            <a:off x="2105875" y="3238450"/>
            <a:ext cx="6615900" cy="1241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sz="1100">
              <a:latin typeface="Montserrat Medium"/>
              <a:ea typeface="Montserrat Medium"/>
              <a:cs typeface="Montserrat Medium"/>
              <a:sym typeface="Montserrat Medium"/>
            </a:endParaRPr>
          </a:p>
          <a:p>
            <a:pPr indent="0" lvl="0" marL="0" rtl="0" algn="l">
              <a:spcBef>
                <a:spcPts val="0"/>
              </a:spcBef>
              <a:spcAft>
                <a:spcPts val="0"/>
              </a:spcAft>
              <a:buNone/>
            </a:pPr>
            <a:r>
              <a:rPr lang="en" sz="1100">
                <a:latin typeface="Montserrat Medium"/>
                <a:ea typeface="Montserrat Medium"/>
                <a:cs typeface="Montserrat Medium"/>
                <a:sym typeface="Montserrat Medium"/>
              </a:rPr>
              <a:t>August 2026</a:t>
            </a:r>
            <a:endParaRPr sz="2400">
              <a:latin typeface="Montserrat Medium"/>
              <a:ea typeface="Montserrat Medium"/>
              <a:cs typeface="Montserrat Medium"/>
              <a:sym typeface="Montserrat Medium"/>
            </a:endParaRPr>
          </a:p>
          <a:p>
            <a:pPr indent="0" lvl="0" marL="0" rtl="0" algn="l">
              <a:spcBef>
                <a:spcPts val="1000"/>
              </a:spcBef>
              <a:spcAft>
                <a:spcPts val="0"/>
              </a:spcAft>
              <a:buNone/>
            </a:pPr>
            <a:r>
              <a:rPr lang="en" sz="2100">
                <a:latin typeface="Montserrat Medium"/>
                <a:ea typeface="Montserrat Medium"/>
                <a:cs typeface="Montserrat Medium"/>
                <a:sym typeface="Montserrat Medium"/>
              </a:rPr>
              <a:t>By Ari Koinuma</a:t>
            </a:r>
            <a:endParaRPr sz="2100">
              <a:latin typeface="Montserrat Medium"/>
              <a:ea typeface="Montserrat Medium"/>
              <a:cs typeface="Montserrat Medium"/>
              <a:sym typeface="Montserrat Medium"/>
            </a:endParaRPr>
          </a:p>
        </p:txBody>
      </p:sp>
      <p:pic>
        <p:nvPicPr>
          <p:cNvPr id="83" name="Google Shape;83;p15"/>
          <p:cNvPicPr preferRelativeResize="0"/>
          <p:nvPr/>
        </p:nvPicPr>
        <p:blipFill rotWithShape="1">
          <a:blip r:embed="rId3">
            <a:alphaModFix/>
          </a:blip>
          <a:srcRect b="0" l="0" r="0" t="0"/>
          <a:stretch/>
        </p:blipFill>
        <p:spPr>
          <a:xfrm>
            <a:off x="2153687" y="2647950"/>
            <a:ext cx="533400" cy="533400"/>
          </a:xfrm>
          <a:prstGeom prst="rect">
            <a:avLst/>
          </a:prstGeom>
          <a:noFill/>
          <a:ln>
            <a:noFill/>
          </a:ln>
        </p:spPr>
      </p:pic>
      <p:pic>
        <p:nvPicPr>
          <p:cNvPr id="84" name="Google Shape;84;p15"/>
          <p:cNvPicPr preferRelativeResize="0"/>
          <p:nvPr/>
        </p:nvPicPr>
        <p:blipFill rotWithShape="1">
          <a:blip r:embed="rId4">
            <a:alphaModFix/>
          </a:blip>
          <a:srcRect b="0" l="0" r="0" t="0"/>
          <a:stretch/>
        </p:blipFill>
        <p:spPr>
          <a:xfrm>
            <a:off x="2820437" y="2647950"/>
            <a:ext cx="533400" cy="533400"/>
          </a:xfrm>
          <a:prstGeom prst="rect">
            <a:avLst/>
          </a:prstGeom>
          <a:noFill/>
          <a:ln>
            <a:noFill/>
          </a:ln>
        </p:spPr>
      </p:pic>
      <p:pic>
        <p:nvPicPr>
          <p:cNvPr id="85" name="Google Shape;85;p15"/>
          <p:cNvPicPr preferRelativeResize="0"/>
          <p:nvPr/>
        </p:nvPicPr>
        <p:blipFill rotWithShape="1">
          <a:blip r:embed="rId5">
            <a:alphaModFix/>
          </a:blip>
          <a:srcRect b="0" l="0" r="0" t="0"/>
          <a:stretch/>
        </p:blipFill>
        <p:spPr>
          <a:xfrm>
            <a:off x="3487187" y="2647950"/>
            <a:ext cx="533400" cy="533400"/>
          </a:xfrm>
          <a:prstGeom prst="rect">
            <a:avLst/>
          </a:prstGeom>
          <a:noFill/>
          <a:ln>
            <a:noFill/>
          </a:ln>
        </p:spPr>
      </p:pic>
      <p:pic>
        <p:nvPicPr>
          <p:cNvPr id="86" name="Google Shape;86;p15"/>
          <p:cNvPicPr preferRelativeResize="0"/>
          <p:nvPr/>
        </p:nvPicPr>
        <p:blipFill rotWithShape="1">
          <a:blip r:embed="rId6">
            <a:alphaModFix/>
          </a:blip>
          <a:srcRect b="0" l="0" r="0" t="0"/>
          <a:stretch/>
        </p:blipFill>
        <p:spPr>
          <a:xfrm>
            <a:off x="4153937" y="2647950"/>
            <a:ext cx="533400" cy="533400"/>
          </a:xfrm>
          <a:prstGeom prst="rect">
            <a:avLst/>
          </a:prstGeom>
          <a:noFill/>
          <a:ln>
            <a:noFill/>
          </a:ln>
        </p:spPr>
      </p:pic>
      <p:pic>
        <p:nvPicPr>
          <p:cNvPr id="87" name="Google Shape;87;p15"/>
          <p:cNvPicPr preferRelativeResize="0"/>
          <p:nvPr/>
        </p:nvPicPr>
        <p:blipFill rotWithShape="1">
          <a:blip r:embed="rId7">
            <a:alphaModFix/>
          </a:blip>
          <a:srcRect b="0" l="0" r="0" t="0"/>
          <a:stretch/>
        </p:blipFill>
        <p:spPr>
          <a:xfrm>
            <a:off x="4820687" y="2647950"/>
            <a:ext cx="533400" cy="533400"/>
          </a:xfrm>
          <a:prstGeom prst="rect">
            <a:avLst/>
          </a:prstGeom>
          <a:noFill/>
          <a:ln>
            <a:noFill/>
          </a:ln>
        </p:spPr>
      </p:pic>
      <p:pic>
        <p:nvPicPr>
          <p:cNvPr id="88" name="Google Shape;88;p15"/>
          <p:cNvPicPr preferRelativeResize="0"/>
          <p:nvPr/>
        </p:nvPicPr>
        <p:blipFill rotWithShape="1">
          <a:blip r:embed="rId8">
            <a:alphaModFix/>
          </a:blip>
          <a:srcRect b="0" l="0" r="0" t="0"/>
          <a:stretch/>
        </p:blipFill>
        <p:spPr>
          <a:xfrm>
            <a:off x="5487437" y="2647950"/>
            <a:ext cx="533400" cy="533400"/>
          </a:xfrm>
          <a:prstGeom prst="rect">
            <a:avLst/>
          </a:prstGeom>
          <a:noFill/>
          <a:ln>
            <a:noFill/>
          </a:ln>
        </p:spPr>
      </p:pic>
      <p:pic>
        <p:nvPicPr>
          <p:cNvPr id="89" name="Google Shape;89;p15"/>
          <p:cNvPicPr preferRelativeResize="0"/>
          <p:nvPr/>
        </p:nvPicPr>
        <p:blipFill rotWithShape="1">
          <a:blip r:embed="rId9">
            <a:alphaModFix/>
          </a:blip>
          <a:srcRect b="0" l="0" r="0" t="0"/>
          <a:stretch/>
        </p:blipFill>
        <p:spPr>
          <a:xfrm>
            <a:off x="6154187" y="2647950"/>
            <a:ext cx="533400" cy="533400"/>
          </a:xfrm>
          <a:prstGeom prst="rect">
            <a:avLst/>
          </a:prstGeom>
          <a:noFill/>
          <a:ln>
            <a:noFill/>
          </a:ln>
        </p:spPr>
      </p:pic>
      <p:pic>
        <p:nvPicPr>
          <p:cNvPr id="90" name="Google Shape;90;p15"/>
          <p:cNvPicPr preferRelativeResize="0"/>
          <p:nvPr/>
        </p:nvPicPr>
        <p:blipFill rotWithShape="1">
          <a:blip r:embed="rId10">
            <a:alphaModFix/>
          </a:blip>
          <a:srcRect b="0" l="0" r="0" t="0"/>
          <a:stretch/>
        </p:blipFill>
        <p:spPr>
          <a:xfrm>
            <a:off x="6820937" y="2647950"/>
            <a:ext cx="533400" cy="533400"/>
          </a:xfrm>
          <a:prstGeom prst="rect">
            <a:avLst/>
          </a:prstGeom>
          <a:noFill/>
          <a:ln>
            <a:noFill/>
          </a:ln>
        </p:spPr>
      </p:pic>
      <p:pic>
        <p:nvPicPr>
          <p:cNvPr id="91" name="Google Shape;91;p15"/>
          <p:cNvPicPr preferRelativeResize="0"/>
          <p:nvPr/>
        </p:nvPicPr>
        <p:blipFill rotWithShape="1">
          <a:blip r:embed="rId11">
            <a:alphaModFix/>
          </a:blip>
          <a:srcRect b="0" l="0" r="0" t="0"/>
          <a:stretch/>
        </p:blipFill>
        <p:spPr>
          <a:xfrm>
            <a:off x="7487687" y="2647950"/>
            <a:ext cx="533400" cy="533400"/>
          </a:xfrm>
          <a:prstGeom prst="rect">
            <a:avLst/>
          </a:prstGeom>
          <a:noFill/>
          <a:ln>
            <a:noFill/>
          </a:ln>
        </p:spPr>
      </p:pic>
      <p:pic>
        <p:nvPicPr>
          <p:cNvPr id="92" name="Google Shape;92;p15"/>
          <p:cNvPicPr preferRelativeResize="0"/>
          <p:nvPr/>
        </p:nvPicPr>
        <p:blipFill rotWithShape="1">
          <a:blip r:embed="rId12">
            <a:alphaModFix/>
          </a:blip>
          <a:srcRect b="0" l="0" r="0" t="0"/>
          <a:stretch/>
        </p:blipFill>
        <p:spPr>
          <a:xfrm>
            <a:off x="8154437" y="2647950"/>
            <a:ext cx="533400" cy="533400"/>
          </a:xfrm>
          <a:prstGeom prst="rect">
            <a:avLst/>
          </a:prstGeom>
          <a:noFill/>
          <a:ln>
            <a:noFill/>
          </a:ln>
        </p:spPr>
      </p:pic>
      <p:sp>
        <p:nvSpPr>
          <p:cNvPr id="93" name="Google Shape;93;p15"/>
          <p:cNvSpPr txBox="1"/>
          <p:nvPr/>
        </p:nvSpPr>
        <p:spPr>
          <a:xfrm>
            <a:off x="2108444" y="2034459"/>
            <a:ext cx="6621300" cy="27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lt1"/>
                </a:solidFill>
                <a:latin typeface="Montserrat Medium"/>
                <a:ea typeface="Montserrat Medium"/>
                <a:cs typeface="Montserrat Medium"/>
                <a:sym typeface="Montserrat Medium"/>
              </a:rPr>
              <a:t>How AI can facilitate effective Agile product development</a:t>
            </a:r>
            <a:endParaRPr>
              <a:solidFill>
                <a:schemeClr val="lt1"/>
              </a:solidFill>
              <a:latin typeface="Montserrat Medium"/>
              <a:ea typeface="Montserrat Medium"/>
              <a:cs typeface="Montserrat Medium"/>
              <a:sym typeface="Montserrat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6"/>
          <p:cNvSpPr txBox="1"/>
          <p:nvPr>
            <p:ph type="title"/>
          </p:nvPr>
        </p:nvSpPr>
        <p:spPr>
          <a:xfrm>
            <a:off x="283100" y="419799"/>
            <a:ext cx="8620500" cy="1019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400">
                <a:latin typeface="Montserrat"/>
                <a:ea typeface="Montserrat"/>
                <a:cs typeface="Montserrat"/>
                <a:sym typeface="Montserrat"/>
              </a:rPr>
              <a:t>Everyone does agile, but </a:t>
            </a:r>
            <a:endParaRPr sz="2400">
              <a:latin typeface="Montserrat"/>
              <a:ea typeface="Montserrat"/>
              <a:cs typeface="Montserrat"/>
              <a:sym typeface="Montserrat"/>
            </a:endParaRPr>
          </a:p>
          <a:p>
            <a:pPr indent="0" lvl="0" marL="0" rtl="0" algn="l">
              <a:spcBef>
                <a:spcPts val="0"/>
              </a:spcBef>
              <a:spcAft>
                <a:spcPts val="0"/>
              </a:spcAft>
              <a:buNone/>
            </a:pPr>
            <a:r>
              <a:rPr lang="en" sz="3400">
                <a:solidFill>
                  <a:schemeClr val="dk1"/>
                </a:solidFill>
                <a:latin typeface="Montserrat"/>
                <a:ea typeface="Montserrat"/>
                <a:cs typeface="Montserrat"/>
                <a:sym typeface="Montserrat"/>
              </a:rPr>
              <a:t>the point is often missed</a:t>
            </a:r>
            <a:endParaRPr sz="3400">
              <a:solidFill>
                <a:schemeClr val="dk1"/>
              </a:solidFill>
              <a:latin typeface="Montserrat"/>
              <a:ea typeface="Montserrat"/>
              <a:cs typeface="Montserrat"/>
              <a:sym typeface="Montserrat"/>
            </a:endParaRPr>
          </a:p>
        </p:txBody>
      </p:sp>
      <p:sp>
        <p:nvSpPr>
          <p:cNvPr id="99" name="Google Shape;99;p16"/>
          <p:cNvSpPr/>
          <p:nvPr/>
        </p:nvSpPr>
        <p:spPr>
          <a:xfrm>
            <a:off x="371775" y="1696549"/>
            <a:ext cx="2629500" cy="2244900"/>
          </a:xfrm>
          <a:prstGeom prst="wedgeRectCallout">
            <a:avLst>
              <a:gd fmla="val -20833" name="adj1"/>
              <a:gd fmla="val 62500" name="adj2"/>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6"/>
          <p:cNvSpPr/>
          <p:nvPr/>
        </p:nvSpPr>
        <p:spPr>
          <a:xfrm>
            <a:off x="3210432" y="1696549"/>
            <a:ext cx="2629500" cy="2244900"/>
          </a:xfrm>
          <a:prstGeom prst="wedgeRectCallout">
            <a:avLst>
              <a:gd fmla="val -20833" name="adj1"/>
              <a:gd fmla="val 62500" name="adj2"/>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6"/>
          <p:cNvSpPr/>
          <p:nvPr/>
        </p:nvSpPr>
        <p:spPr>
          <a:xfrm>
            <a:off x="6049089" y="1696549"/>
            <a:ext cx="2629500" cy="2244900"/>
          </a:xfrm>
          <a:prstGeom prst="wedgeRectCallout">
            <a:avLst>
              <a:gd fmla="val -20833" name="adj1"/>
              <a:gd fmla="val 62500" name="adj2"/>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6"/>
          <p:cNvSpPr txBox="1"/>
          <p:nvPr>
            <p:ph type="title"/>
          </p:nvPr>
        </p:nvSpPr>
        <p:spPr>
          <a:xfrm>
            <a:off x="6125275" y="1769549"/>
            <a:ext cx="2481600" cy="200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500">
                <a:latin typeface="Montserrat"/>
                <a:ea typeface="Montserrat"/>
                <a:cs typeface="Montserrat"/>
                <a:sym typeface="Montserrat"/>
              </a:rPr>
              <a:t>You want to </a:t>
            </a:r>
            <a:r>
              <a:rPr lang="en" sz="1400">
                <a:latin typeface="Montserrat"/>
                <a:ea typeface="Montserrat"/>
                <a:cs typeface="Montserrat"/>
                <a:sym typeface="Montserrat"/>
              </a:rPr>
              <a:t>continuously reprioritize</a:t>
            </a:r>
            <a:endParaRPr sz="1400">
              <a:latin typeface="Montserrat"/>
              <a:ea typeface="Montserrat"/>
              <a:cs typeface="Montserrat"/>
              <a:sym typeface="Montserrat"/>
            </a:endParaRPr>
          </a:p>
          <a:p>
            <a:pPr indent="0" lvl="0" marL="0" rtl="0" algn="l">
              <a:spcBef>
                <a:spcPts val="1200"/>
              </a:spcBef>
              <a:spcAft>
                <a:spcPts val="1200"/>
              </a:spcAft>
              <a:buNone/>
            </a:pPr>
            <a:r>
              <a:rPr lang="en" sz="1600">
                <a:latin typeface="Montserrat"/>
                <a:ea typeface="Montserrat"/>
                <a:cs typeface="Montserrat"/>
                <a:sym typeface="Montserrat"/>
              </a:rPr>
              <a:t>So that high-value activities are always executed first</a:t>
            </a:r>
            <a:endParaRPr sz="1400">
              <a:solidFill>
                <a:schemeClr val="lt1"/>
              </a:solidFill>
              <a:latin typeface="Montserrat"/>
              <a:ea typeface="Montserrat"/>
              <a:cs typeface="Montserrat"/>
              <a:sym typeface="Montserrat"/>
            </a:endParaRPr>
          </a:p>
        </p:txBody>
      </p:sp>
      <p:sp>
        <p:nvSpPr>
          <p:cNvPr id="103" name="Google Shape;103;p16"/>
          <p:cNvSpPr txBox="1"/>
          <p:nvPr>
            <p:ph type="title"/>
          </p:nvPr>
        </p:nvSpPr>
        <p:spPr>
          <a:xfrm>
            <a:off x="447975" y="1769549"/>
            <a:ext cx="2481600" cy="200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500">
                <a:latin typeface="Montserrat"/>
                <a:ea typeface="Montserrat"/>
                <a:cs typeface="Montserrat"/>
                <a:sym typeface="Montserrat"/>
              </a:rPr>
              <a:t>You want to </a:t>
            </a:r>
            <a:endParaRPr sz="1500">
              <a:latin typeface="Montserrat"/>
              <a:ea typeface="Montserrat"/>
              <a:cs typeface="Montserrat"/>
              <a:sym typeface="Montserrat"/>
            </a:endParaRPr>
          </a:p>
          <a:p>
            <a:pPr indent="0" lvl="0" marL="0" rtl="0" algn="l">
              <a:spcBef>
                <a:spcPts val="0"/>
              </a:spcBef>
              <a:spcAft>
                <a:spcPts val="0"/>
              </a:spcAft>
              <a:buNone/>
            </a:pPr>
            <a:r>
              <a:rPr lang="en" sz="1500">
                <a:latin typeface="Montserrat"/>
                <a:ea typeface="Montserrat"/>
                <a:cs typeface="Montserrat"/>
                <a:sym typeface="Montserrat"/>
              </a:rPr>
              <a:t>timebox releases</a:t>
            </a:r>
            <a:endParaRPr sz="1500">
              <a:latin typeface="Montserrat"/>
              <a:ea typeface="Montserrat"/>
              <a:cs typeface="Montserrat"/>
              <a:sym typeface="Montserrat"/>
            </a:endParaRPr>
          </a:p>
          <a:p>
            <a:pPr indent="0" lvl="0" marL="0" rtl="0" algn="l">
              <a:spcBef>
                <a:spcPts val="1000"/>
              </a:spcBef>
              <a:spcAft>
                <a:spcPts val="1200"/>
              </a:spcAft>
              <a:buNone/>
            </a:pPr>
            <a:r>
              <a:rPr lang="en" sz="1700">
                <a:latin typeface="Montserrat"/>
                <a:ea typeface="Montserrat"/>
                <a:cs typeface="Montserrat"/>
                <a:sym typeface="Montserrat"/>
              </a:rPr>
              <a:t>To reduce the risk of over-investing in features that don’t lead to results</a:t>
            </a:r>
            <a:endParaRPr sz="1000">
              <a:solidFill>
                <a:schemeClr val="lt1"/>
              </a:solidFill>
              <a:latin typeface="Montserrat"/>
              <a:ea typeface="Montserrat"/>
              <a:cs typeface="Montserrat"/>
              <a:sym typeface="Montserrat"/>
            </a:endParaRPr>
          </a:p>
        </p:txBody>
      </p:sp>
      <p:sp>
        <p:nvSpPr>
          <p:cNvPr id="104" name="Google Shape;104;p16"/>
          <p:cNvSpPr txBox="1"/>
          <p:nvPr>
            <p:ph type="title"/>
          </p:nvPr>
        </p:nvSpPr>
        <p:spPr>
          <a:xfrm>
            <a:off x="3286625" y="1769549"/>
            <a:ext cx="2481600" cy="200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500">
                <a:latin typeface="Montserrat"/>
                <a:ea typeface="Montserrat"/>
                <a:cs typeface="Montserrat"/>
                <a:sym typeface="Montserrat"/>
              </a:rPr>
              <a:t>You want to </a:t>
            </a:r>
            <a:endParaRPr sz="1500">
              <a:latin typeface="Montserrat"/>
              <a:ea typeface="Montserrat"/>
              <a:cs typeface="Montserrat"/>
              <a:sym typeface="Montserrat"/>
            </a:endParaRPr>
          </a:p>
          <a:p>
            <a:pPr indent="0" lvl="0" marL="0" rtl="0" algn="l">
              <a:spcBef>
                <a:spcPts val="0"/>
              </a:spcBef>
              <a:spcAft>
                <a:spcPts val="0"/>
              </a:spcAft>
              <a:buNone/>
            </a:pPr>
            <a:r>
              <a:rPr lang="en" sz="1500">
                <a:latin typeface="Montserrat"/>
                <a:ea typeface="Montserrat"/>
                <a:cs typeface="Montserrat"/>
                <a:sym typeface="Montserrat"/>
              </a:rPr>
              <a:t>listen to feedback</a:t>
            </a:r>
            <a:endParaRPr sz="1500">
              <a:latin typeface="Montserrat"/>
              <a:ea typeface="Montserrat"/>
              <a:cs typeface="Montserrat"/>
              <a:sym typeface="Montserrat"/>
            </a:endParaRPr>
          </a:p>
          <a:p>
            <a:pPr indent="0" lvl="0" marL="0" rtl="0" algn="l">
              <a:spcBef>
                <a:spcPts val="1000"/>
              </a:spcBef>
              <a:spcAft>
                <a:spcPts val="0"/>
              </a:spcAft>
              <a:buNone/>
            </a:pPr>
            <a:r>
              <a:rPr lang="en" sz="1600">
                <a:latin typeface="Montserrat"/>
                <a:ea typeface="Montserrat"/>
                <a:cs typeface="Montserrat"/>
                <a:sym typeface="Montserrat"/>
              </a:rPr>
              <a:t>Otherwise you won’t know your product is achieving the intended results</a:t>
            </a:r>
            <a:endParaRPr sz="1600">
              <a:latin typeface="Montserrat"/>
              <a:ea typeface="Montserrat"/>
              <a:cs typeface="Montserrat"/>
              <a:sym typeface="Montserrat"/>
            </a:endParaRPr>
          </a:p>
        </p:txBody>
      </p:sp>
      <p:sp>
        <p:nvSpPr>
          <p:cNvPr id="105" name="Google Shape;105;p16"/>
          <p:cNvSpPr txBox="1"/>
          <p:nvPr/>
        </p:nvSpPr>
        <p:spPr>
          <a:xfrm>
            <a:off x="283100" y="4400346"/>
            <a:ext cx="8395500" cy="257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900">
                <a:solidFill>
                  <a:schemeClr val="dk1"/>
                </a:solidFill>
                <a:latin typeface="Montserrat"/>
                <a:ea typeface="Montserrat"/>
                <a:cs typeface="Montserrat"/>
                <a:sym typeface="Montserrat"/>
              </a:rPr>
              <a:t>But there is too much to process manually</a:t>
            </a:r>
            <a:endParaRPr b="1" sz="1900">
              <a:solidFill>
                <a:schemeClr val="dk1"/>
              </a:solidFill>
              <a:latin typeface="Montserrat"/>
              <a:ea typeface="Montserrat"/>
              <a:cs typeface="Montserrat"/>
              <a:sym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7"/>
          <p:cNvSpPr txBox="1"/>
          <p:nvPr>
            <p:ph idx="4294967295" type="title"/>
          </p:nvPr>
        </p:nvSpPr>
        <p:spPr>
          <a:xfrm>
            <a:off x="189950" y="34300"/>
            <a:ext cx="7681500" cy="768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b="0" lang="en">
                <a:solidFill>
                  <a:schemeClr val="dk1"/>
                </a:solidFill>
                <a:latin typeface="Montserrat ExtraBold"/>
                <a:ea typeface="Montserrat ExtraBold"/>
                <a:cs typeface="Montserrat ExtraBold"/>
                <a:sym typeface="Montserrat ExtraBold"/>
              </a:rPr>
              <a:t>Agentic Agile Product Development</a:t>
            </a:r>
            <a:endParaRPr b="0">
              <a:latin typeface="Montserrat ExtraBold"/>
              <a:ea typeface="Montserrat ExtraBold"/>
              <a:cs typeface="Montserrat ExtraBold"/>
              <a:sym typeface="Montserrat ExtraBold"/>
            </a:endParaRPr>
          </a:p>
        </p:txBody>
      </p:sp>
      <p:sp>
        <p:nvSpPr>
          <p:cNvPr id="111" name="Google Shape;111;p17"/>
          <p:cNvSpPr/>
          <p:nvPr/>
        </p:nvSpPr>
        <p:spPr>
          <a:xfrm>
            <a:off x="4485359" y="2887470"/>
            <a:ext cx="1412400" cy="550800"/>
          </a:xfrm>
          <a:prstGeom prst="roundRect">
            <a:avLst>
              <a:gd fmla="val 16667" name="adj"/>
            </a:avLst>
          </a:prstGeom>
          <a:solidFill>
            <a:srgbClr val="05538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solidFill>
                <a:schemeClr val="lt1"/>
              </a:solidFill>
              <a:latin typeface="Montserrat ExtraBold"/>
              <a:ea typeface="Montserrat ExtraBold"/>
              <a:cs typeface="Montserrat ExtraBold"/>
              <a:sym typeface="Montserrat ExtraBold"/>
            </a:endParaRPr>
          </a:p>
        </p:txBody>
      </p:sp>
      <p:sp>
        <p:nvSpPr>
          <p:cNvPr id="112" name="Google Shape;112;p17"/>
          <p:cNvSpPr/>
          <p:nvPr/>
        </p:nvSpPr>
        <p:spPr>
          <a:xfrm>
            <a:off x="3072962" y="2339147"/>
            <a:ext cx="1412400" cy="550800"/>
          </a:xfrm>
          <a:prstGeom prst="roundRect">
            <a:avLst>
              <a:gd fmla="val 16667" name="adj"/>
            </a:avLst>
          </a:prstGeom>
          <a:solidFill>
            <a:srgbClr val="1155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solidFill>
                <a:schemeClr val="lt1"/>
              </a:solidFill>
              <a:latin typeface="Montserrat ExtraBold"/>
              <a:ea typeface="Montserrat ExtraBold"/>
              <a:cs typeface="Montserrat ExtraBold"/>
              <a:sym typeface="Montserrat ExtraBold"/>
            </a:endParaRPr>
          </a:p>
        </p:txBody>
      </p:sp>
      <p:sp>
        <p:nvSpPr>
          <p:cNvPr id="113" name="Google Shape;113;p17"/>
          <p:cNvSpPr/>
          <p:nvPr/>
        </p:nvSpPr>
        <p:spPr>
          <a:xfrm>
            <a:off x="1660555" y="1778397"/>
            <a:ext cx="1412400" cy="550800"/>
          </a:xfrm>
          <a:prstGeom prst="roundRect">
            <a:avLst>
              <a:gd fmla="val 16667" name="adj"/>
            </a:avLst>
          </a:prstGeom>
          <a:solidFill>
            <a:srgbClr val="35B0E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solidFill>
                <a:schemeClr val="lt1"/>
              </a:solidFill>
              <a:latin typeface="Montserrat ExtraBold"/>
              <a:ea typeface="Montserrat ExtraBold"/>
              <a:cs typeface="Montserrat ExtraBold"/>
              <a:sym typeface="Montserrat ExtraBold"/>
            </a:endParaRPr>
          </a:p>
        </p:txBody>
      </p:sp>
      <p:sp>
        <p:nvSpPr>
          <p:cNvPr id="114" name="Google Shape;114;p17"/>
          <p:cNvSpPr/>
          <p:nvPr/>
        </p:nvSpPr>
        <p:spPr>
          <a:xfrm>
            <a:off x="250733" y="1227600"/>
            <a:ext cx="1412400" cy="550800"/>
          </a:xfrm>
          <a:prstGeom prst="roundRect">
            <a:avLst>
              <a:gd fmla="val 16667" name="adj"/>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000">
              <a:solidFill>
                <a:schemeClr val="lt1"/>
              </a:solidFill>
              <a:latin typeface="Montserrat ExtraBold"/>
              <a:ea typeface="Montserrat ExtraBold"/>
              <a:cs typeface="Montserrat ExtraBold"/>
              <a:sym typeface="Montserrat ExtraBold"/>
            </a:endParaRPr>
          </a:p>
        </p:txBody>
      </p:sp>
      <p:sp>
        <p:nvSpPr>
          <p:cNvPr id="115" name="Google Shape;115;p17"/>
          <p:cNvSpPr/>
          <p:nvPr/>
        </p:nvSpPr>
        <p:spPr>
          <a:xfrm>
            <a:off x="250718" y="3901100"/>
            <a:ext cx="1253400" cy="550800"/>
          </a:xfrm>
          <a:prstGeom prst="roundRect">
            <a:avLst>
              <a:gd fmla="val 16667" name="adj"/>
            </a:avLst>
          </a:prstGeom>
          <a:solidFill>
            <a:srgbClr val="E44856"/>
          </a:solidFill>
          <a:ln>
            <a:noFill/>
          </a:ln>
        </p:spPr>
        <p:txBody>
          <a:bodyPr anchorCtr="0" anchor="ctr" bIns="91400" lIns="91400" spcFirstLastPara="1" rIns="91400" wrap="square" tIns="91400">
            <a:noAutofit/>
          </a:bodyPr>
          <a:lstStyle/>
          <a:p>
            <a:pPr indent="0" lvl="0" marL="0" rtl="0" algn="ctr">
              <a:spcBef>
                <a:spcPts val="0"/>
              </a:spcBef>
              <a:spcAft>
                <a:spcPts val="0"/>
              </a:spcAft>
              <a:buNone/>
            </a:pPr>
            <a:r>
              <a:t/>
            </a:r>
            <a:endParaRPr i="0" sz="1000">
              <a:solidFill>
                <a:srgbClr val="FFFFFF"/>
              </a:solidFill>
              <a:latin typeface="Montserrat ExtraBold"/>
              <a:ea typeface="Montserrat ExtraBold"/>
              <a:cs typeface="Montserrat ExtraBold"/>
              <a:sym typeface="Montserrat ExtraBold"/>
            </a:endParaRPr>
          </a:p>
        </p:txBody>
      </p:sp>
      <p:sp>
        <p:nvSpPr>
          <p:cNvPr id="116" name="Google Shape;116;p17"/>
          <p:cNvSpPr/>
          <p:nvPr/>
        </p:nvSpPr>
        <p:spPr>
          <a:xfrm>
            <a:off x="3343598" y="3900200"/>
            <a:ext cx="1253400" cy="550800"/>
          </a:xfrm>
          <a:prstGeom prst="roundRect">
            <a:avLst>
              <a:gd fmla="val 16667" name="adj"/>
            </a:avLst>
          </a:prstGeom>
          <a:solidFill>
            <a:srgbClr val="F58E31"/>
          </a:solidFill>
          <a:ln>
            <a:noFill/>
          </a:ln>
        </p:spPr>
        <p:txBody>
          <a:bodyPr anchorCtr="0" anchor="ctr" bIns="91400" lIns="91400" spcFirstLastPara="1" rIns="91400" wrap="square" tIns="91400">
            <a:noAutofit/>
          </a:bodyPr>
          <a:lstStyle/>
          <a:p>
            <a:pPr indent="0" lvl="0" marL="0" rtl="0" algn="ctr">
              <a:spcBef>
                <a:spcPts val="0"/>
              </a:spcBef>
              <a:spcAft>
                <a:spcPts val="0"/>
              </a:spcAft>
              <a:buNone/>
            </a:pPr>
            <a:r>
              <a:t/>
            </a:r>
            <a:endParaRPr i="0" sz="1000">
              <a:solidFill>
                <a:srgbClr val="FFFFFF"/>
              </a:solidFill>
              <a:latin typeface="Montserrat ExtraBold"/>
              <a:ea typeface="Montserrat ExtraBold"/>
              <a:cs typeface="Montserrat ExtraBold"/>
              <a:sym typeface="Montserrat ExtraBold"/>
            </a:endParaRPr>
          </a:p>
        </p:txBody>
      </p:sp>
      <p:sp>
        <p:nvSpPr>
          <p:cNvPr id="117" name="Google Shape;117;p17"/>
          <p:cNvSpPr/>
          <p:nvPr/>
        </p:nvSpPr>
        <p:spPr>
          <a:xfrm>
            <a:off x="4908315" y="3898650"/>
            <a:ext cx="1253400" cy="550800"/>
          </a:xfrm>
          <a:prstGeom prst="roundRect">
            <a:avLst>
              <a:gd fmla="val 16667" name="adj"/>
            </a:avLst>
          </a:prstGeom>
          <a:solidFill>
            <a:srgbClr val="FFAE88"/>
          </a:solidFill>
          <a:ln>
            <a:noFill/>
          </a:ln>
        </p:spPr>
        <p:txBody>
          <a:bodyPr anchorCtr="0" anchor="ctr" bIns="91400" lIns="91400" spcFirstLastPara="1" rIns="91400" wrap="square" tIns="91400">
            <a:noAutofit/>
          </a:bodyPr>
          <a:lstStyle/>
          <a:p>
            <a:pPr indent="0" lvl="0" marL="0" rtl="0" algn="ctr">
              <a:spcBef>
                <a:spcPts val="0"/>
              </a:spcBef>
              <a:spcAft>
                <a:spcPts val="0"/>
              </a:spcAft>
              <a:buNone/>
            </a:pPr>
            <a:r>
              <a:t/>
            </a:r>
            <a:endParaRPr i="0" sz="1000">
              <a:solidFill>
                <a:srgbClr val="FFFFFF"/>
              </a:solidFill>
              <a:latin typeface="Montserrat ExtraBold"/>
              <a:ea typeface="Montserrat ExtraBold"/>
              <a:cs typeface="Montserrat ExtraBold"/>
              <a:sym typeface="Montserrat ExtraBold"/>
            </a:endParaRPr>
          </a:p>
        </p:txBody>
      </p:sp>
      <p:sp>
        <p:nvSpPr>
          <p:cNvPr id="118" name="Google Shape;118;p17"/>
          <p:cNvSpPr/>
          <p:nvPr/>
        </p:nvSpPr>
        <p:spPr>
          <a:xfrm>
            <a:off x="7833050" y="3872336"/>
            <a:ext cx="823200" cy="579000"/>
          </a:xfrm>
          <a:prstGeom prst="ellipse">
            <a:avLst/>
          </a:prstGeom>
          <a:solidFill>
            <a:schemeClr val="lt1"/>
          </a:solidFill>
          <a:ln cap="flat" cmpd="sng" w="2857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700">
                <a:solidFill>
                  <a:schemeClr val="dk1"/>
                </a:solidFill>
                <a:latin typeface="Montserrat ExtraBold"/>
                <a:ea typeface="Montserrat ExtraBold"/>
                <a:cs typeface="Montserrat ExtraBold"/>
                <a:sym typeface="Montserrat ExtraBold"/>
              </a:rPr>
              <a:t>Release</a:t>
            </a:r>
            <a:endParaRPr sz="700">
              <a:solidFill>
                <a:schemeClr val="dk1"/>
              </a:solidFill>
              <a:latin typeface="Montserrat ExtraBold"/>
              <a:ea typeface="Montserrat ExtraBold"/>
              <a:cs typeface="Montserrat ExtraBold"/>
              <a:sym typeface="Montserrat ExtraBold"/>
            </a:endParaRPr>
          </a:p>
        </p:txBody>
      </p:sp>
      <p:sp>
        <p:nvSpPr>
          <p:cNvPr id="119" name="Google Shape;119;p17"/>
          <p:cNvSpPr/>
          <p:nvPr/>
        </p:nvSpPr>
        <p:spPr>
          <a:xfrm>
            <a:off x="7245713" y="1227601"/>
            <a:ext cx="1412400" cy="550800"/>
          </a:xfrm>
          <a:prstGeom prst="roundRect">
            <a:avLst>
              <a:gd fmla="val 16667" name="adj"/>
            </a:avLst>
          </a:prstGeom>
          <a:solidFill>
            <a:srgbClr val="8B173E"/>
          </a:solidFill>
          <a:ln>
            <a:noFill/>
          </a:ln>
        </p:spPr>
        <p:txBody>
          <a:bodyPr anchorCtr="0" anchor="ctr" bIns="91400" lIns="91400" spcFirstLastPara="1" rIns="91400" wrap="square" tIns="91400">
            <a:noAutofit/>
          </a:bodyPr>
          <a:lstStyle/>
          <a:p>
            <a:pPr indent="0" lvl="0" marL="0" rtl="0" algn="ctr">
              <a:spcBef>
                <a:spcPts val="0"/>
              </a:spcBef>
              <a:spcAft>
                <a:spcPts val="0"/>
              </a:spcAft>
              <a:buNone/>
            </a:pPr>
            <a:r>
              <a:t/>
            </a:r>
            <a:endParaRPr i="0" sz="1000">
              <a:solidFill>
                <a:srgbClr val="FFFFFF"/>
              </a:solidFill>
              <a:latin typeface="Montserrat ExtraBold"/>
              <a:ea typeface="Montserrat ExtraBold"/>
              <a:cs typeface="Montserrat ExtraBold"/>
              <a:sym typeface="Montserrat ExtraBold"/>
            </a:endParaRPr>
          </a:p>
        </p:txBody>
      </p:sp>
      <p:sp>
        <p:nvSpPr>
          <p:cNvPr id="120" name="Google Shape;120;p17"/>
          <p:cNvSpPr txBox="1"/>
          <p:nvPr/>
        </p:nvSpPr>
        <p:spPr>
          <a:xfrm>
            <a:off x="189950" y="519825"/>
            <a:ext cx="8466300" cy="35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500">
                <a:solidFill>
                  <a:schemeClr val="dk2"/>
                </a:solidFill>
                <a:latin typeface="Montserrat Medium"/>
                <a:ea typeface="Montserrat Medium"/>
                <a:cs typeface="Montserrat Medium"/>
                <a:sym typeface="Montserrat Medium"/>
              </a:rPr>
              <a:t>Finally, AI can help process all the data and speed up tasks for effective agile delivery. </a:t>
            </a:r>
            <a:endParaRPr sz="1500">
              <a:solidFill>
                <a:schemeClr val="dk2"/>
              </a:solidFill>
              <a:latin typeface="Montserrat Medium"/>
              <a:ea typeface="Montserrat Medium"/>
              <a:cs typeface="Montserrat Medium"/>
              <a:sym typeface="Montserrat Medium"/>
            </a:endParaRPr>
          </a:p>
        </p:txBody>
      </p:sp>
      <p:sp>
        <p:nvSpPr>
          <p:cNvPr id="121" name="Google Shape;121;p17"/>
          <p:cNvSpPr/>
          <p:nvPr/>
        </p:nvSpPr>
        <p:spPr>
          <a:xfrm>
            <a:off x="6417431" y="3901100"/>
            <a:ext cx="1253400" cy="550800"/>
          </a:xfrm>
          <a:prstGeom prst="roundRect">
            <a:avLst>
              <a:gd fmla="val 16667" name="adj"/>
            </a:avLst>
          </a:prstGeom>
          <a:solidFill>
            <a:srgbClr val="FFD966"/>
          </a:solidFill>
          <a:ln>
            <a:noFill/>
          </a:ln>
        </p:spPr>
        <p:txBody>
          <a:bodyPr anchorCtr="0" anchor="ctr" bIns="91400" lIns="91400" spcFirstLastPara="1" rIns="91400" wrap="square" tIns="91400">
            <a:noAutofit/>
          </a:bodyPr>
          <a:lstStyle/>
          <a:p>
            <a:pPr indent="0" lvl="0" marL="0" rtl="0" algn="ctr">
              <a:spcBef>
                <a:spcPts val="0"/>
              </a:spcBef>
              <a:spcAft>
                <a:spcPts val="0"/>
              </a:spcAft>
              <a:buNone/>
            </a:pPr>
            <a:r>
              <a:t/>
            </a:r>
            <a:endParaRPr i="0" sz="1000">
              <a:solidFill>
                <a:srgbClr val="FFFFFF"/>
              </a:solidFill>
              <a:latin typeface="Montserrat ExtraBold"/>
              <a:ea typeface="Montserrat ExtraBold"/>
              <a:cs typeface="Montserrat ExtraBold"/>
              <a:sym typeface="Montserrat ExtraBold"/>
            </a:endParaRPr>
          </a:p>
        </p:txBody>
      </p:sp>
      <p:cxnSp>
        <p:nvCxnSpPr>
          <p:cNvPr id="122" name="Google Shape;122;p17"/>
          <p:cNvCxnSpPr>
            <a:stCxn id="114" idx="3"/>
            <a:endCxn id="119" idx="1"/>
          </p:cNvCxnSpPr>
          <p:nvPr/>
        </p:nvCxnSpPr>
        <p:spPr>
          <a:xfrm>
            <a:off x="1663133" y="1503000"/>
            <a:ext cx="5582700" cy="0"/>
          </a:xfrm>
          <a:prstGeom prst="straightConnector1">
            <a:avLst/>
          </a:prstGeom>
          <a:noFill/>
          <a:ln cap="flat" cmpd="sng" w="114300">
            <a:solidFill>
              <a:srgbClr val="D9D9D9"/>
            </a:solidFill>
            <a:prstDash val="solid"/>
            <a:round/>
            <a:headEnd len="med" w="med" type="none"/>
            <a:tailEnd len="med" w="med" type="none"/>
          </a:ln>
        </p:spPr>
      </p:cxnSp>
      <p:sp>
        <p:nvSpPr>
          <p:cNvPr id="123" name="Google Shape;123;p17"/>
          <p:cNvSpPr/>
          <p:nvPr/>
        </p:nvSpPr>
        <p:spPr>
          <a:xfrm>
            <a:off x="6931915" y="1398406"/>
            <a:ext cx="364800" cy="215400"/>
          </a:xfrm>
          <a:prstGeom prst="right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cxnSp>
        <p:nvCxnSpPr>
          <p:cNvPr id="124" name="Google Shape;124;p17"/>
          <p:cNvCxnSpPr>
            <a:stCxn id="113" idx="3"/>
          </p:cNvCxnSpPr>
          <p:nvPr/>
        </p:nvCxnSpPr>
        <p:spPr>
          <a:xfrm flipH="1" rot="10800000">
            <a:off x="3072955" y="1502697"/>
            <a:ext cx="2463900" cy="551100"/>
          </a:xfrm>
          <a:prstGeom prst="bentConnector3">
            <a:avLst>
              <a:gd fmla="val 50000" name="adj1"/>
            </a:avLst>
          </a:prstGeom>
          <a:noFill/>
          <a:ln cap="flat" cmpd="sng" w="114300">
            <a:solidFill>
              <a:srgbClr val="D9D9D9"/>
            </a:solidFill>
            <a:prstDash val="solid"/>
            <a:round/>
            <a:headEnd len="med" w="med" type="none"/>
            <a:tailEnd len="med" w="med" type="none"/>
          </a:ln>
        </p:spPr>
      </p:cxnSp>
      <p:cxnSp>
        <p:nvCxnSpPr>
          <p:cNvPr id="125" name="Google Shape;125;p17"/>
          <p:cNvCxnSpPr>
            <a:stCxn id="112" idx="3"/>
          </p:cNvCxnSpPr>
          <p:nvPr/>
        </p:nvCxnSpPr>
        <p:spPr>
          <a:xfrm flipH="1" rot="10800000">
            <a:off x="4485362" y="1503047"/>
            <a:ext cx="1581000" cy="1111500"/>
          </a:xfrm>
          <a:prstGeom prst="bentConnector3">
            <a:avLst>
              <a:gd fmla="val 50000" name="adj1"/>
            </a:avLst>
          </a:prstGeom>
          <a:noFill/>
          <a:ln cap="flat" cmpd="sng" w="114300">
            <a:solidFill>
              <a:srgbClr val="D9D9D9"/>
            </a:solidFill>
            <a:prstDash val="solid"/>
            <a:round/>
            <a:headEnd len="med" w="med" type="none"/>
            <a:tailEnd len="med" w="med" type="none"/>
          </a:ln>
        </p:spPr>
      </p:cxnSp>
      <p:cxnSp>
        <p:nvCxnSpPr>
          <p:cNvPr id="126" name="Google Shape;126;p17"/>
          <p:cNvCxnSpPr>
            <a:stCxn id="111" idx="3"/>
          </p:cNvCxnSpPr>
          <p:nvPr/>
        </p:nvCxnSpPr>
        <p:spPr>
          <a:xfrm flipH="1" rot="10800000">
            <a:off x="5897759" y="1538070"/>
            <a:ext cx="491400" cy="1624800"/>
          </a:xfrm>
          <a:prstGeom prst="bentConnector2">
            <a:avLst/>
          </a:prstGeom>
          <a:noFill/>
          <a:ln cap="flat" cmpd="sng" w="114300">
            <a:solidFill>
              <a:srgbClr val="D9D9D9"/>
            </a:solidFill>
            <a:prstDash val="solid"/>
            <a:round/>
            <a:headEnd len="med" w="med" type="none"/>
            <a:tailEnd len="med" w="med" type="none"/>
          </a:ln>
        </p:spPr>
      </p:cxnSp>
      <p:cxnSp>
        <p:nvCxnSpPr>
          <p:cNvPr id="127" name="Google Shape;127;p17"/>
          <p:cNvCxnSpPr>
            <a:stCxn id="115" idx="0"/>
            <a:endCxn id="119" idx="3"/>
          </p:cNvCxnSpPr>
          <p:nvPr/>
        </p:nvCxnSpPr>
        <p:spPr>
          <a:xfrm rot="-5400000">
            <a:off x="3568718" y="-1188400"/>
            <a:ext cx="2398200" cy="7780800"/>
          </a:xfrm>
          <a:prstGeom prst="bentConnector4">
            <a:avLst>
              <a:gd fmla="val 10137" name="adj1"/>
              <a:gd fmla="val 103059" name="adj2"/>
            </a:avLst>
          </a:prstGeom>
          <a:noFill/>
          <a:ln cap="flat" cmpd="sng" w="114300">
            <a:solidFill>
              <a:srgbClr val="D9D9D9"/>
            </a:solidFill>
            <a:prstDash val="solid"/>
            <a:round/>
            <a:headEnd len="med" w="med" type="none"/>
            <a:tailEnd len="med" w="med" type="none"/>
          </a:ln>
        </p:spPr>
      </p:cxnSp>
      <p:sp>
        <p:nvSpPr>
          <p:cNvPr id="128" name="Google Shape;128;p17"/>
          <p:cNvSpPr/>
          <p:nvPr/>
        </p:nvSpPr>
        <p:spPr>
          <a:xfrm>
            <a:off x="4596407" y="4054136"/>
            <a:ext cx="364800" cy="215400"/>
          </a:xfrm>
          <a:prstGeom prst="right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29" name="Google Shape;129;p17"/>
          <p:cNvSpPr/>
          <p:nvPr/>
        </p:nvSpPr>
        <p:spPr>
          <a:xfrm>
            <a:off x="6160623" y="4054125"/>
            <a:ext cx="311400" cy="215400"/>
          </a:xfrm>
          <a:prstGeom prst="right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30" name="Google Shape;130;p17"/>
          <p:cNvSpPr/>
          <p:nvPr/>
        </p:nvSpPr>
        <p:spPr>
          <a:xfrm>
            <a:off x="7670849" y="4054125"/>
            <a:ext cx="244800" cy="215400"/>
          </a:xfrm>
          <a:prstGeom prst="right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31" name="Google Shape;131;p17"/>
          <p:cNvSpPr txBox="1"/>
          <p:nvPr/>
        </p:nvSpPr>
        <p:spPr>
          <a:xfrm>
            <a:off x="251400" y="1694925"/>
            <a:ext cx="1412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draft strategy</a:t>
            </a:r>
            <a:endParaRPr sz="700">
              <a:solidFill>
                <a:srgbClr val="999999"/>
              </a:solidFill>
              <a:latin typeface="Montserrat Medium"/>
              <a:ea typeface="Montserrat Medium"/>
              <a:cs typeface="Montserrat Medium"/>
              <a:sym typeface="Montserrat Medium"/>
            </a:endParaRPr>
          </a:p>
        </p:txBody>
      </p:sp>
      <p:sp>
        <p:nvSpPr>
          <p:cNvPr id="132" name="Google Shape;132;p17"/>
          <p:cNvSpPr txBox="1"/>
          <p:nvPr/>
        </p:nvSpPr>
        <p:spPr>
          <a:xfrm>
            <a:off x="1661000" y="2248375"/>
            <a:ext cx="1412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600">
                <a:solidFill>
                  <a:srgbClr val="999999"/>
                </a:solidFill>
                <a:latin typeface="Montserrat Medium"/>
                <a:ea typeface="Montserrat Medium"/>
                <a:cs typeface="Montserrat Medium"/>
                <a:sym typeface="Montserrat Medium"/>
              </a:rPr>
              <a:t>AI can explain metric changes</a:t>
            </a:r>
            <a:endParaRPr sz="600">
              <a:solidFill>
                <a:srgbClr val="999999"/>
              </a:solidFill>
              <a:latin typeface="Montserrat Medium"/>
              <a:ea typeface="Montserrat Medium"/>
              <a:cs typeface="Montserrat Medium"/>
              <a:sym typeface="Montserrat Medium"/>
            </a:endParaRPr>
          </a:p>
        </p:txBody>
      </p:sp>
      <p:sp>
        <p:nvSpPr>
          <p:cNvPr id="133" name="Google Shape;133;p17"/>
          <p:cNvSpPr txBox="1"/>
          <p:nvPr/>
        </p:nvSpPr>
        <p:spPr>
          <a:xfrm>
            <a:off x="3072950" y="2798850"/>
            <a:ext cx="1412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draw themes</a:t>
            </a:r>
            <a:endParaRPr sz="700">
              <a:solidFill>
                <a:srgbClr val="999999"/>
              </a:solidFill>
              <a:latin typeface="Montserrat Medium"/>
              <a:ea typeface="Montserrat Medium"/>
              <a:cs typeface="Montserrat Medium"/>
              <a:sym typeface="Montserrat Medium"/>
            </a:endParaRPr>
          </a:p>
        </p:txBody>
      </p:sp>
      <p:sp>
        <p:nvSpPr>
          <p:cNvPr id="134" name="Google Shape;134;p17"/>
          <p:cNvSpPr txBox="1"/>
          <p:nvPr/>
        </p:nvSpPr>
        <p:spPr>
          <a:xfrm>
            <a:off x="4402000" y="3349516"/>
            <a:ext cx="15786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pinpoint root causes</a:t>
            </a:r>
            <a:endParaRPr sz="700">
              <a:solidFill>
                <a:srgbClr val="999999"/>
              </a:solidFill>
              <a:latin typeface="Montserrat Medium"/>
              <a:ea typeface="Montserrat Medium"/>
              <a:cs typeface="Montserrat Medium"/>
              <a:sym typeface="Montserrat Medium"/>
            </a:endParaRPr>
          </a:p>
        </p:txBody>
      </p:sp>
      <p:sp>
        <p:nvSpPr>
          <p:cNvPr id="135" name="Google Shape;135;p17"/>
          <p:cNvSpPr txBox="1"/>
          <p:nvPr/>
        </p:nvSpPr>
        <p:spPr>
          <a:xfrm>
            <a:off x="7162625" y="1694918"/>
            <a:ext cx="15786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score and prioritize</a:t>
            </a:r>
            <a:endParaRPr sz="700">
              <a:solidFill>
                <a:srgbClr val="999999"/>
              </a:solidFill>
              <a:latin typeface="Montserrat Medium"/>
              <a:ea typeface="Montserrat Medium"/>
              <a:cs typeface="Montserrat Medium"/>
              <a:sym typeface="Montserrat Medium"/>
            </a:endParaRPr>
          </a:p>
        </p:txBody>
      </p:sp>
      <p:sp>
        <p:nvSpPr>
          <p:cNvPr id="136" name="Google Shape;136;p17"/>
          <p:cNvSpPr txBox="1"/>
          <p:nvPr/>
        </p:nvSpPr>
        <p:spPr>
          <a:xfrm>
            <a:off x="250750" y="4366608"/>
            <a:ext cx="1253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draft tickets</a:t>
            </a:r>
            <a:endParaRPr sz="700">
              <a:solidFill>
                <a:srgbClr val="999999"/>
              </a:solidFill>
              <a:latin typeface="Montserrat Medium"/>
              <a:ea typeface="Montserrat Medium"/>
              <a:cs typeface="Montserrat Medium"/>
              <a:sym typeface="Montserrat Medium"/>
            </a:endParaRPr>
          </a:p>
        </p:txBody>
      </p:sp>
      <p:sp>
        <p:nvSpPr>
          <p:cNvPr id="137" name="Google Shape;137;p17"/>
          <p:cNvSpPr txBox="1"/>
          <p:nvPr/>
        </p:nvSpPr>
        <p:spPr>
          <a:xfrm>
            <a:off x="3343125" y="4356475"/>
            <a:ext cx="1253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generate code</a:t>
            </a:r>
            <a:endParaRPr sz="700">
              <a:solidFill>
                <a:srgbClr val="999999"/>
              </a:solidFill>
              <a:latin typeface="Montserrat Medium"/>
              <a:ea typeface="Montserrat Medium"/>
              <a:cs typeface="Montserrat Medium"/>
              <a:sym typeface="Montserrat Medium"/>
            </a:endParaRPr>
          </a:p>
        </p:txBody>
      </p:sp>
      <p:sp>
        <p:nvSpPr>
          <p:cNvPr id="138" name="Google Shape;138;p17"/>
          <p:cNvSpPr txBox="1"/>
          <p:nvPr/>
        </p:nvSpPr>
        <p:spPr>
          <a:xfrm>
            <a:off x="4903999" y="4361190"/>
            <a:ext cx="1253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fix pipelines</a:t>
            </a:r>
            <a:endParaRPr sz="700">
              <a:solidFill>
                <a:srgbClr val="999999"/>
              </a:solidFill>
              <a:latin typeface="Montserrat Medium"/>
              <a:ea typeface="Montserrat Medium"/>
              <a:cs typeface="Montserrat Medium"/>
              <a:sym typeface="Montserrat Medium"/>
            </a:endParaRPr>
          </a:p>
        </p:txBody>
      </p:sp>
      <p:sp>
        <p:nvSpPr>
          <p:cNvPr id="139" name="Google Shape;139;p17"/>
          <p:cNvSpPr txBox="1"/>
          <p:nvPr/>
        </p:nvSpPr>
        <p:spPr>
          <a:xfrm>
            <a:off x="6417450" y="4356475"/>
            <a:ext cx="1253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700">
                <a:solidFill>
                  <a:srgbClr val="999999"/>
                </a:solidFill>
                <a:latin typeface="Montserrat Medium"/>
                <a:ea typeface="Montserrat Medium"/>
                <a:cs typeface="Montserrat Medium"/>
                <a:sym typeface="Montserrat Medium"/>
              </a:rPr>
              <a:t>AI can generate tests</a:t>
            </a:r>
            <a:endParaRPr sz="700">
              <a:solidFill>
                <a:srgbClr val="999999"/>
              </a:solidFill>
              <a:latin typeface="Montserrat Medium"/>
              <a:ea typeface="Montserrat Medium"/>
              <a:cs typeface="Montserrat Medium"/>
              <a:sym typeface="Montserrat Medium"/>
            </a:endParaRPr>
          </a:p>
        </p:txBody>
      </p:sp>
      <p:cxnSp>
        <p:nvCxnSpPr>
          <p:cNvPr id="140" name="Google Shape;140;p17"/>
          <p:cNvCxnSpPr>
            <a:stCxn id="121" idx="0"/>
          </p:cNvCxnSpPr>
          <p:nvPr/>
        </p:nvCxnSpPr>
        <p:spPr>
          <a:xfrm flipH="1" rot="5400000">
            <a:off x="5780081" y="2637050"/>
            <a:ext cx="2343000" cy="185100"/>
          </a:xfrm>
          <a:prstGeom prst="bentConnector3">
            <a:avLst>
              <a:gd fmla="val 50000" name="adj1"/>
            </a:avLst>
          </a:prstGeom>
          <a:noFill/>
          <a:ln cap="flat" cmpd="sng" w="114300">
            <a:solidFill>
              <a:srgbClr val="F3F3F3"/>
            </a:solidFill>
            <a:prstDash val="solid"/>
            <a:round/>
            <a:headEnd len="med" w="med" type="none"/>
            <a:tailEnd len="med" w="med" type="none"/>
          </a:ln>
        </p:spPr>
      </p:cxnSp>
      <p:sp>
        <p:nvSpPr>
          <p:cNvPr id="141" name="Google Shape;141;p17"/>
          <p:cNvSpPr txBox="1"/>
          <p:nvPr/>
        </p:nvSpPr>
        <p:spPr>
          <a:xfrm>
            <a:off x="176072" y="1608425"/>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WorkBoard, Cascade, Profit.co</a:t>
            </a:r>
            <a:endParaRPr i="1" sz="500">
              <a:solidFill>
                <a:srgbClr val="EFEFEF"/>
              </a:solidFill>
              <a:latin typeface="Montserrat Medium"/>
              <a:ea typeface="Montserrat Medium"/>
              <a:cs typeface="Montserrat Medium"/>
              <a:sym typeface="Montserrat Medium"/>
            </a:endParaRPr>
          </a:p>
        </p:txBody>
      </p:sp>
      <p:sp>
        <p:nvSpPr>
          <p:cNvPr id="142" name="Google Shape;142;p17"/>
          <p:cNvSpPr txBox="1"/>
          <p:nvPr/>
        </p:nvSpPr>
        <p:spPr>
          <a:xfrm>
            <a:off x="1603865" y="2158239"/>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Amplitude, </a:t>
            </a:r>
            <a:r>
              <a:rPr i="1" lang="en" sz="500">
                <a:solidFill>
                  <a:srgbClr val="EFEFEF"/>
                </a:solidFill>
                <a:latin typeface="Montserrat Medium"/>
                <a:ea typeface="Montserrat Medium"/>
                <a:cs typeface="Montserrat Medium"/>
                <a:sym typeface="Montserrat Medium"/>
              </a:rPr>
              <a:t>Mixpanel, Pendo</a:t>
            </a:r>
            <a:endParaRPr i="1" sz="500">
              <a:solidFill>
                <a:srgbClr val="EFEFEF"/>
              </a:solidFill>
              <a:latin typeface="Montserrat Medium"/>
              <a:ea typeface="Montserrat Medium"/>
              <a:cs typeface="Montserrat Medium"/>
              <a:sym typeface="Montserrat Medium"/>
            </a:endParaRPr>
          </a:p>
        </p:txBody>
      </p:sp>
      <p:sp>
        <p:nvSpPr>
          <p:cNvPr id="143" name="Google Shape;143;p17"/>
          <p:cNvSpPr txBox="1"/>
          <p:nvPr/>
        </p:nvSpPr>
        <p:spPr>
          <a:xfrm>
            <a:off x="3042651" y="2709468"/>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Productboard, E</a:t>
            </a:r>
            <a:r>
              <a:rPr i="1" lang="en" sz="500">
                <a:solidFill>
                  <a:srgbClr val="EFEFEF"/>
                </a:solidFill>
                <a:latin typeface="Montserrat Medium"/>
                <a:ea typeface="Montserrat Medium"/>
                <a:cs typeface="Montserrat Medium"/>
                <a:sym typeface="Montserrat Medium"/>
              </a:rPr>
              <a:t>nterpret</a:t>
            </a:r>
            <a:r>
              <a:rPr i="1" lang="en" sz="500">
                <a:solidFill>
                  <a:srgbClr val="EFEFEF"/>
                </a:solidFill>
                <a:latin typeface="Montserrat Medium"/>
                <a:ea typeface="Montserrat Medium"/>
                <a:cs typeface="Montserrat Medium"/>
                <a:sym typeface="Montserrat Medium"/>
              </a:rPr>
              <a:t>, Canny</a:t>
            </a:r>
            <a:endParaRPr i="1" sz="500">
              <a:solidFill>
                <a:srgbClr val="EFEFEF"/>
              </a:solidFill>
              <a:latin typeface="Montserrat Medium"/>
              <a:ea typeface="Montserrat Medium"/>
              <a:cs typeface="Montserrat Medium"/>
              <a:sym typeface="Montserrat Medium"/>
            </a:endParaRPr>
          </a:p>
        </p:txBody>
      </p:sp>
      <p:sp>
        <p:nvSpPr>
          <p:cNvPr id="144" name="Google Shape;144;p17"/>
          <p:cNvSpPr txBox="1"/>
          <p:nvPr/>
        </p:nvSpPr>
        <p:spPr>
          <a:xfrm>
            <a:off x="4447756" y="3264342"/>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Sentry, Datadog, Dynatrace</a:t>
            </a:r>
            <a:endParaRPr i="1" sz="500">
              <a:solidFill>
                <a:srgbClr val="EFEFEF"/>
              </a:solidFill>
              <a:latin typeface="Montserrat Medium"/>
              <a:ea typeface="Montserrat Medium"/>
              <a:cs typeface="Montserrat Medium"/>
              <a:sym typeface="Montserrat Medium"/>
            </a:endParaRPr>
          </a:p>
        </p:txBody>
      </p:sp>
      <p:sp>
        <p:nvSpPr>
          <p:cNvPr id="145" name="Google Shape;145;p17"/>
          <p:cNvSpPr txBox="1"/>
          <p:nvPr/>
        </p:nvSpPr>
        <p:spPr>
          <a:xfrm>
            <a:off x="7171225" y="1608423"/>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Jira PD, Aha!, airfocus</a:t>
            </a:r>
            <a:endParaRPr i="1" sz="500">
              <a:solidFill>
                <a:srgbClr val="EFEFEF"/>
              </a:solidFill>
              <a:latin typeface="Montserrat Medium"/>
              <a:ea typeface="Montserrat Medium"/>
              <a:cs typeface="Montserrat Medium"/>
              <a:sym typeface="Montserrat Medium"/>
            </a:endParaRPr>
          </a:p>
        </p:txBody>
      </p:sp>
      <p:sp>
        <p:nvSpPr>
          <p:cNvPr id="146" name="Google Shape;146;p17"/>
          <p:cNvSpPr txBox="1"/>
          <p:nvPr/>
        </p:nvSpPr>
        <p:spPr>
          <a:xfrm>
            <a:off x="3139739" y="4269531"/>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Claude Code, Copilot, Cursor</a:t>
            </a:r>
            <a:endParaRPr i="1" sz="500">
              <a:solidFill>
                <a:srgbClr val="EFEFEF"/>
              </a:solidFill>
              <a:latin typeface="Montserrat Medium"/>
              <a:ea typeface="Montserrat Medium"/>
              <a:cs typeface="Montserrat Medium"/>
              <a:sym typeface="Montserrat Medium"/>
            </a:endParaRPr>
          </a:p>
        </p:txBody>
      </p:sp>
      <p:sp>
        <p:nvSpPr>
          <p:cNvPr id="147" name="Google Shape;147;p17"/>
          <p:cNvSpPr txBox="1"/>
          <p:nvPr/>
        </p:nvSpPr>
        <p:spPr>
          <a:xfrm>
            <a:off x="60219" y="4267114"/>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Jira, Azure DevOps, Linear</a:t>
            </a:r>
            <a:endParaRPr i="1" sz="500">
              <a:solidFill>
                <a:srgbClr val="EFEFEF"/>
              </a:solidFill>
              <a:latin typeface="Montserrat Medium"/>
              <a:ea typeface="Montserrat Medium"/>
              <a:cs typeface="Montserrat Medium"/>
              <a:sym typeface="Montserrat Medium"/>
            </a:endParaRPr>
          </a:p>
        </p:txBody>
      </p:sp>
      <p:sp>
        <p:nvSpPr>
          <p:cNvPr id="148" name="Google Shape;148;p17"/>
          <p:cNvSpPr txBox="1"/>
          <p:nvPr/>
        </p:nvSpPr>
        <p:spPr>
          <a:xfrm>
            <a:off x="4704705" y="4271949"/>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GitHub Actions, GitLab CI</a:t>
            </a:r>
            <a:endParaRPr i="1" sz="500">
              <a:solidFill>
                <a:srgbClr val="EFEFEF"/>
              </a:solidFill>
              <a:latin typeface="Montserrat Medium"/>
              <a:ea typeface="Montserrat Medium"/>
              <a:cs typeface="Montserrat Medium"/>
              <a:sym typeface="Montserrat Medium"/>
            </a:endParaRPr>
          </a:p>
        </p:txBody>
      </p:sp>
      <p:sp>
        <p:nvSpPr>
          <p:cNvPr id="149" name="Google Shape;149;p17"/>
          <p:cNvSpPr txBox="1"/>
          <p:nvPr/>
        </p:nvSpPr>
        <p:spPr>
          <a:xfrm>
            <a:off x="6211408" y="4271961"/>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Playwright, SonarQube, Mabl</a:t>
            </a:r>
            <a:endParaRPr i="1" sz="500">
              <a:solidFill>
                <a:srgbClr val="EFEFEF"/>
              </a:solidFill>
              <a:latin typeface="Montserrat Medium"/>
              <a:ea typeface="Montserrat Medium"/>
              <a:cs typeface="Montserrat Medium"/>
              <a:sym typeface="Montserrat Medium"/>
            </a:endParaRPr>
          </a:p>
        </p:txBody>
      </p:sp>
      <p:sp>
        <p:nvSpPr>
          <p:cNvPr id="150" name="Google Shape;150;p17"/>
          <p:cNvSpPr/>
          <p:nvPr/>
        </p:nvSpPr>
        <p:spPr>
          <a:xfrm>
            <a:off x="1797165" y="3900575"/>
            <a:ext cx="1253400" cy="550800"/>
          </a:xfrm>
          <a:prstGeom prst="roundRect">
            <a:avLst>
              <a:gd fmla="val 16667" name="adj"/>
            </a:avLst>
          </a:prstGeom>
          <a:solidFill>
            <a:schemeClr val="dk1"/>
          </a:solidFill>
          <a:ln>
            <a:noFill/>
          </a:ln>
        </p:spPr>
        <p:txBody>
          <a:bodyPr anchorCtr="0" anchor="ctr" bIns="91400" lIns="91400" spcFirstLastPara="1" rIns="91400" wrap="square" tIns="91400">
            <a:noAutofit/>
          </a:bodyPr>
          <a:lstStyle/>
          <a:p>
            <a:pPr indent="0" lvl="0" marL="0" rtl="0" algn="ctr">
              <a:spcBef>
                <a:spcPts val="0"/>
              </a:spcBef>
              <a:spcAft>
                <a:spcPts val="0"/>
              </a:spcAft>
              <a:buNone/>
            </a:pPr>
            <a:r>
              <a:t/>
            </a:r>
            <a:endParaRPr i="0" sz="1000">
              <a:solidFill>
                <a:srgbClr val="FFFFFF"/>
              </a:solidFill>
              <a:latin typeface="Montserrat ExtraBold"/>
              <a:ea typeface="Montserrat ExtraBold"/>
              <a:cs typeface="Montserrat ExtraBold"/>
              <a:sym typeface="Montserrat ExtraBold"/>
            </a:endParaRPr>
          </a:p>
        </p:txBody>
      </p:sp>
      <p:sp>
        <p:nvSpPr>
          <p:cNvPr id="151" name="Google Shape;151;p17"/>
          <p:cNvSpPr/>
          <p:nvPr/>
        </p:nvSpPr>
        <p:spPr>
          <a:xfrm>
            <a:off x="3049885" y="4068811"/>
            <a:ext cx="364800" cy="215400"/>
          </a:xfrm>
          <a:prstGeom prst="right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52" name="Google Shape;152;p17"/>
          <p:cNvSpPr/>
          <p:nvPr/>
        </p:nvSpPr>
        <p:spPr>
          <a:xfrm>
            <a:off x="1503360" y="4068811"/>
            <a:ext cx="364800" cy="215400"/>
          </a:xfrm>
          <a:prstGeom prst="right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53" name="Google Shape;153;p17"/>
          <p:cNvSpPr txBox="1"/>
          <p:nvPr/>
        </p:nvSpPr>
        <p:spPr>
          <a:xfrm>
            <a:off x="1704963" y="4370841"/>
            <a:ext cx="14346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600">
                <a:solidFill>
                  <a:srgbClr val="999999"/>
                </a:solidFill>
                <a:latin typeface="Montserrat Medium"/>
                <a:ea typeface="Montserrat Medium"/>
                <a:cs typeface="Montserrat Medium"/>
                <a:sym typeface="Montserrat Medium"/>
              </a:rPr>
              <a:t>AI can design from prompts</a:t>
            </a:r>
            <a:endParaRPr sz="600">
              <a:solidFill>
                <a:srgbClr val="999999"/>
              </a:solidFill>
              <a:latin typeface="Montserrat Medium"/>
              <a:ea typeface="Montserrat Medium"/>
              <a:cs typeface="Montserrat Medium"/>
              <a:sym typeface="Montserrat Medium"/>
            </a:endParaRPr>
          </a:p>
        </p:txBody>
      </p:sp>
      <p:sp>
        <p:nvSpPr>
          <p:cNvPr id="154" name="Google Shape;154;p17"/>
          <p:cNvSpPr txBox="1"/>
          <p:nvPr/>
        </p:nvSpPr>
        <p:spPr>
          <a:xfrm>
            <a:off x="1599977" y="4266905"/>
            <a:ext cx="1487100" cy="2154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i="1" lang="en" sz="500">
                <a:solidFill>
                  <a:srgbClr val="EFEFEF"/>
                </a:solidFill>
                <a:latin typeface="Montserrat Medium"/>
                <a:ea typeface="Montserrat Medium"/>
                <a:cs typeface="Montserrat Medium"/>
                <a:sym typeface="Montserrat Medium"/>
              </a:rPr>
              <a:t>Figma, Lovable, Bolt</a:t>
            </a:r>
            <a:endParaRPr i="1" sz="500">
              <a:solidFill>
                <a:srgbClr val="EFEFEF"/>
              </a:solidFill>
              <a:latin typeface="Montserrat Medium"/>
              <a:ea typeface="Montserrat Medium"/>
              <a:cs typeface="Montserrat Medium"/>
              <a:sym typeface="Montserrat Medium"/>
            </a:endParaRPr>
          </a:p>
        </p:txBody>
      </p:sp>
      <p:pic>
        <p:nvPicPr>
          <p:cNvPr id="155" name="Google Shape;155;p17"/>
          <p:cNvPicPr preferRelativeResize="0"/>
          <p:nvPr/>
        </p:nvPicPr>
        <p:blipFill>
          <a:blip r:embed="rId3">
            <a:alphaModFix/>
          </a:blip>
          <a:stretch>
            <a:fillRect/>
          </a:stretch>
        </p:blipFill>
        <p:spPr>
          <a:xfrm>
            <a:off x="835200" y="1227600"/>
            <a:ext cx="244800" cy="244800"/>
          </a:xfrm>
          <a:prstGeom prst="rect">
            <a:avLst/>
          </a:prstGeom>
          <a:solidFill>
            <a:schemeClr val="accent2"/>
          </a:solidFill>
          <a:ln>
            <a:noFill/>
          </a:ln>
        </p:spPr>
      </p:pic>
      <p:sp>
        <p:nvSpPr>
          <p:cNvPr id="156" name="Google Shape;156;p17"/>
          <p:cNvSpPr txBox="1"/>
          <p:nvPr/>
        </p:nvSpPr>
        <p:spPr>
          <a:xfrm>
            <a:off x="243150" y="1387925"/>
            <a:ext cx="1434600" cy="17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Business Drivers</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pic>
        <p:nvPicPr>
          <p:cNvPr id="157" name="Google Shape;157;p17"/>
          <p:cNvPicPr preferRelativeResize="0"/>
          <p:nvPr/>
        </p:nvPicPr>
        <p:blipFill>
          <a:blip r:embed="rId4">
            <a:alphaModFix/>
          </a:blip>
          <a:stretch>
            <a:fillRect/>
          </a:stretch>
        </p:blipFill>
        <p:spPr>
          <a:xfrm>
            <a:off x="2225025" y="1766730"/>
            <a:ext cx="244800" cy="244800"/>
          </a:xfrm>
          <a:prstGeom prst="rect">
            <a:avLst/>
          </a:prstGeom>
          <a:noFill/>
          <a:ln>
            <a:noFill/>
          </a:ln>
        </p:spPr>
      </p:pic>
      <p:sp>
        <p:nvSpPr>
          <p:cNvPr id="158" name="Google Shape;158;p17"/>
          <p:cNvSpPr txBox="1"/>
          <p:nvPr/>
        </p:nvSpPr>
        <p:spPr>
          <a:xfrm>
            <a:off x="1658325" y="1920186"/>
            <a:ext cx="1412400" cy="120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lt1"/>
                </a:solidFill>
                <a:latin typeface="Montserrat ExtraBold"/>
                <a:ea typeface="Montserrat ExtraBold"/>
                <a:cs typeface="Montserrat ExtraBold"/>
                <a:sym typeface="Montserrat ExtraBold"/>
              </a:rPr>
              <a:t>Usage Analytics</a:t>
            </a:r>
            <a:endParaRPr sz="1800">
              <a:solidFill>
                <a:schemeClr val="dk2"/>
              </a:solidFill>
              <a:latin typeface="Lato"/>
              <a:ea typeface="Lato"/>
              <a:cs typeface="Lato"/>
              <a:sym typeface="Lato"/>
            </a:endParaRPr>
          </a:p>
        </p:txBody>
      </p:sp>
      <p:pic>
        <p:nvPicPr>
          <p:cNvPr id="159" name="Google Shape;159;p17"/>
          <p:cNvPicPr preferRelativeResize="0"/>
          <p:nvPr/>
        </p:nvPicPr>
        <p:blipFill>
          <a:blip r:embed="rId5">
            <a:alphaModFix/>
          </a:blip>
          <a:stretch>
            <a:fillRect/>
          </a:stretch>
        </p:blipFill>
        <p:spPr>
          <a:xfrm>
            <a:off x="3673770" y="2346770"/>
            <a:ext cx="228774" cy="228774"/>
          </a:xfrm>
          <a:prstGeom prst="rect">
            <a:avLst/>
          </a:prstGeom>
          <a:noFill/>
          <a:ln>
            <a:noFill/>
          </a:ln>
        </p:spPr>
      </p:pic>
      <p:sp>
        <p:nvSpPr>
          <p:cNvPr id="160" name="Google Shape;160;p17"/>
          <p:cNvSpPr txBox="1"/>
          <p:nvPr/>
        </p:nvSpPr>
        <p:spPr>
          <a:xfrm>
            <a:off x="3076150" y="2489070"/>
            <a:ext cx="1409100" cy="179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lt1"/>
                </a:solidFill>
                <a:latin typeface="Montserrat ExtraBold"/>
                <a:ea typeface="Montserrat ExtraBold"/>
                <a:cs typeface="Montserrat ExtraBold"/>
                <a:sym typeface="Montserrat ExtraBold"/>
              </a:rPr>
              <a:t>User Feedback</a:t>
            </a:r>
            <a:endParaRPr sz="1800">
              <a:solidFill>
                <a:schemeClr val="dk2"/>
              </a:solidFill>
              <a:latin typeface="Lato"/>
              <a:ea typeface="Lato"/>
              <a:cs typeface="Lato"/>
              <a:sym typeface="Lato"/>
            </a:endParaRPr>
          </a:p>
        </p:txBody>
      </p:sp>
      <p:sp>
        <p:nvSpPr>
          <p:cNvPr id="161" name="Google Shape;161;p17"/>
          <p:cNvSpPr txBox="1"/>
          <p:nvPr/>
        </p:nvSpPr>
        <p:spPr>
          <a:xfrm>
            <a:off x="4483775" y="3025620"/>
            <a:ext cx="1409100" cy="179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System</a:t>
            </a:r>
            <a:r>
              <a:rPr lang="en" sz="1000">
                <a:solidFill>
                  <a:schemeClr val="lt1"/>
                </a:solidFill>
                <a:latin typeface="Montserrat ExtraBold"/>
                <a:ea typeface="Montserrat ExtraBold"/>
                <a:cs typeface="Montserrat ExtraBold"/>
                <a:sym typeface="Montserrat ExtraBold"/>
              </a:rPr>
              <a:t> Logs</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pic>
        <p:nvPicPr>
          <p:cNvPr id="162" name="Google Shape;162;p17"/>
          <p:cNvPicPr preferRelativeResize="0"/>
          <p:nvPr/>
        </p:nvPicPr>
        <p:blipFill>
          <a:blip r:embed="rId6">
            <a:alphaModFix/>
          </a:blip>
          <a:stretch>
            <a:fillRect/>
          </a:stretch>
        </p:blipFill>
        <p:spPr>
          <a:xfrm>
            <a:off x="5092711" y="2911553"/>
            <a:ext cx="197700" cy="197700"/>
          </a:xfrm>
          <a:prstGeom prst="rect">
            <a:avLst/>
          </a:prstGeom>
          <a:noFill/>
          <a:ln>
            <a:noFill/>
          </a:ln>
        </p:spPr>
      </p:pic>
      <p:pic>
        <p:nvPicPr>
          <p:cNvPr id="163" name="Google Shape;163;p17"/>
          <p:cNvPicPr preferRelativeResize="0"/>
          <p:nvPr/>
        </p:nvPicPr>
        <p:blipFill>
          <a:blip r:embed="rId7">
            <a:alphaModFix/>
          </a:blip>
          <a:stretch>
            <a:fillRect/>
          </a:stretch>
        </p:blipFill>
        <p:spPr>
          <a:xfrm>
            <a:off x="7853075" y="1227600"/>
            <a:ext cx="197700" cy="197722"/>
          </a:xfrm>
          <a:prstGeom prst="rect">
            <a:avLst/>
          </a:prstGeom>
          <a:noFill/>
          <a:ln>
            <a:noFill/>
          </a:ln>
        </p:spPr>
      </p:pic>
      <p:sp>
        <p:nvSpPr>
          <p:cNvPr id="164" name="Google Shape;164;p17"/>
          <p:cNvSpPr txBox="1"/>
          <p:nvPr/>
        </p:nvSpPr>
        <p:spPr>
          <a:xfrm>
            <a:off x="7234625" y="1358650"/>
            <a:ext cx="1434600" cy="29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Product Discovery</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pic>
        <p:nvPicPr>
          <p:cNvPr id="165" name="Google Shape;165;p17"/>
          <p:cNvPicPr preferRelativeResize="0"/>
          <p:nvPr/>
        </p:nvPicPr>
        <p:blipFill>
          <a:blip r:embed="rId8">
            <a:alphaModFix/>
          </a:blip>
          <a:stretch>
            <a:fillRect/>
          </a:stretch>
        </p:blipFill>
        <p:spPr>
          <a:xfrm>
            <a:off x="789675" y="3919984"/>
            <a:ext cx="185100" cy="185100"/>
          </a:xfrm>
          <a:prstGeom prst="rect">
            <a:avLst/>
          </a:prstGeom>
          <a:noFill/>
          <a:ln>
            <a:noFill/>
          </a:ln>
        </p:spPr>
      </p:pic>
      <p:sp>
        <p:nvSpPr>
          <p:cNvPr id="166" name="Google Shape;166;p17"/>
          <p:cNvSpPr txBox="1"/>
          <p:nvPr/>
        </p:nvSpPr>
        <p:spPr>
          <a:xfrm>
            <a:off x="251225" y="4020410"/>
            <a:ext cx="1253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Backlog</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sp>
        <p:nvSpPr>
          <p:cNvPr id="167" name="Google Shape;167;p17"/>
          <p:cNvSpPr/>
          <p:nvPr/>
        </p:nvSpPr>
        <p:spPr>
          <a:xfrm>
            <a:off x="777078" y="3739317"/>
            <a:ext cx="197700" cy="215400"/>
          </a:xfrm>
          <a:prstGeom prst="downArrow">
            <a:avLst>
              <a:gd fmla="val 50000" name="adj1"/>
              <a:gd fmla="val 50000" name="adj2"/>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pic>
        <p:nvPicPr>
          <p:cNvPr id="168" name="Google Shape;168;p17"/>
          <p:cNvPicPr preferRelativeResize="0"/>
          <p:nvPr/>
        </p:nvPicPr>
        <p:blipFill>
          <a:blip r:embed="rId9">
            <a:alphaModFix/>
          </a:blip>
          <a:stretch>
            <a:fillRect/>
          </a:stretch>
        </p:blipFill>
        <p:spPr>
          <a:xfrm>
            <a:off x="2306975" y="3902103"/>
            <a:ext cx="197700" cy="197700"/>
          </a:xfrm>
          <a:prstGeom prst="rect">
            <a:avLst/>
          </a:prstGeom>
          <a:noFill/>
          <a:ln>
            <a:noFill/>
          </a:ln>
        </p:spPr>
      </p:pic>
      <p:sp>
        <p:nvSpPr>
          <p:cNvPr id="169" name="Google Shape;169;p17"/>
          <p:cNvSpPr txBox="1"/>
          <p:nvPr/>
        </p:nvSpPr>
        <p:spPr>
          <a:xfrm>
            <a:off x="1801475" y="4010165"/>
            <a:ext cx="1253400" cy="258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Design</a:t>
            </a:r>
            <a:endParaRPr sz="1800">
              <a:solidFill>
                <a:schemeClr val="dk2"/>
              </a:solidFill>
              <a:latin typeface="Lato"/>
              <a:ea typeface="Lato"/>
              <a:cs typeface="Lato"/>
              <a:sym typeface="Lato"/>
            </a:endParaRPr>
          </a:p>
        </p:txBody>
      </p:sp>
      <p:pic>
        <p:nvPicPr>
          <p:cNvPr id="170" name="Google Shape;170;p17"/>
          <p:cNvPicPr preferRelativeResize="0"/>
          <p:nvPr/>
        </p:nvPicPr>
        <p:blipFill>
          <a:blip r:embed="rId10">
            <a:alphaModFix/>
          </a:blip>
          <a:stretch>
            <a:fillRect/>
          </a:stretch>
        </p:blipFill>
        <p:spPr>
          <a:xfrm>
            <a:off x="3862175" y="3902100"/>
            <a:ext cx="197700" cy="197700"/>
          </a:xfrm>
          <a:prstGeom prst="rect">
            <a:avLst/>
          </a:prstGeom>
          <a:noFill/>
          <a:ln>
            <a:noFill/>
          </a:ln>
        </p:spPr>
      </p:pic>
      <p:sp>
        <p:nvSpPr>
          <p:cNvPr id="171" name="Google Shape;171;p17"/>
          <p:cNvSpPr txBox="1"/>
          <p:nvPr/>
        </p:nvSpPr>
        <p:spPr>
          <a:xfrm>
            <a:off x="3357205" y="4016460"/>
            <a:ext cx="1226400" cy="24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Code</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pic>
        <p:nvPicPr>
          <p:cNvPr id="172" name="Google Shape;172;p17"/>
          <p:cNvPicPr preferRelativeResize="0"/>
          <p:nvPr/>
        </p:nvPicPr>
        <p:blipFill>
          <a:blip r:embed="rId11">
            <a:alphaModFix/>
          </a:blip>
          <a:stretch>
            <a:fillRect/>
          </a:stretch>
        </p:blipFill>
        <p:spPr>
          <a:xfrm>
            <a:off x="5435676" y="3908406"/>
            <a:ext cx="185100" cy="185100"/>
          </a:xfrm>
          <a:prstGeom prst="rect">
            <a:avLst/>
          </a:prstGeom>
          <a:noFill/>
          <a:ln>
            <a:noFill/>
          </a:ln>
        </p:spPr>
      </p:pic>
      <p:sp>
        <p:nvSpPr>
          <p:cNvPr id="173" name="Google Shape;173;p17"/>
          <p:cNvSpPr txBox="1"/>
          <p:nvPr/>
        </p:nvSpPr>
        <p:spPr>
          <a:xfrm>
            <a:off x="4907925" y="4012688"/>
            <a:ext cx="1253400" cy="21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CI/CD</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pic>
        <p:nvPicPr>
          <p:cNvPr id="174" name="Google Shape;174;p17"/>
          <p:cNvPicPr preferRelativeResize="0"/>
          <p:nvPr/>
        </p:nvPicPr>
        <p:blipFill>
          <a:blip r:embed="rId12">
            <a:alphaModFix/>
          </a:blip>
          <a:stretch>
            <a:fillRect/>
          </a:stretch>
        </p:blipFill>
        <p:spPr>
          <a:xfrm>
            <a:off x="6947280" y="3908388"/>
            <a:ext cx="185100" cy="185115"/>
          </a:xfrm>
          <a:prstGeom prst="rect">
            <a:avLst/>
          </a:prstGeom>
          <a:noFill/>
          <a:ln>
            <a:noFill/>
          </a:ln>
        </p:spPr>
      </p:pic>
      <p:sp>
        <p:nvSpPr>
          <p:cNvPr id="175" name="Google Shape;175;p17"/>
          <p:cNvSpPr txBox="1"/>
          <p:nvPr/>
        </p:nvSpPr>
        <p:spPr>
          <a:xfrm>
            <a:off x="6416207" y="4008440"/>
            <a:ext cx="1253400" cy="244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lang="en" sz="1000">
                <a:solidFill>
                  <a:schemeClr val="lt1"/>
                </a:solidFill>
                <a:latin typeface="Montserrat ExtraBold"/>
                <a:ea typeface="Montserrat ExtraBold"/>
                <a:cs typeface="Montserrat ExtraBold"/>
                <a:sym typeface="Montserrat ExtraBold"/>
              </a:rPr>
              <a:t>Validate</a:t>
            </a:r>
            <a:endParaRPr sz="1000">
              <a:solidFill>
                <a:schemeClr val="lt1"/>
              </a:solidFill>
              <a:latin typeface="Montserrat ExtraBold"/>
              <a:ea typeface="Montserrat ExtraBold"/>
              <a:cs typeface="Montserrat ExtraBold"/>
              <a:sym typeface="Montserrat ExtraBold"/>
            </a:endParaRPr>
          </a:p>
          <a:p>
            <a:pPr indent="0" lvl="0" marL="0" rtl="0" algn="l">
              <a:spcBef>
                <a:spcPts val="0"/>
              </a:spcBef>
              <a:spcAft>
                <a:spcPts val="0"/>
              </a:spcAft>
              <a:buNone/>
            </a:pPr>
            <a:r>
              <a:t/>
            </a:r>
            <a:endParaRPr sz="1800">
              <a:solidFill>
                <a:schemeClr val="dk2"/>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2"/>
        </a:solidFill>
      </p:bgPr>
    </p:bg>
    <p:spTree>
      <p:nvGrpSpPr>
        <p:cNvPr id="179" name="Shape 179"/>
        <p:cNvGrpSpPr/>
        <p:nvPr/>
      </p:nvGrpSpPr>
      <p:grpSpPr>
        <a:xfrm>
          <a:off x="0" y="0"/>
          <a:ext cx="0" cy="0"/>
          <a:chOff x="0" y="0"/>
          <a:chExt cx="0" cy="0"/>
        </a:xfrm>
      </p:grpSpPr>
      <p:pic>
        <p:nvPicPr>
          <p:cNvPr id="180" name="Google Shape;180;p18"/>
          <p:cNvPicPr preferRelativeResize="0"/>
          <p:nvPr/>
        </p:nvPicPr>
        <p:blipFill>
          <a:blip r:embed="rId3">
            <a:alphaModFix amt="50000"/>
          </a:blip>
          <a:stretch>
            <a:fillRect/>
          </a:stretch>
        </p:blipFill>
        <p:spPr>
          <a:xfrm>
            <a:off x="4302325" y="348338"/>
            <a:ext cx="4446825" cy="4446825"/>
          </a:xfrm>
          <a:prstGeom prst="rect">
            <a:avLst/>
          </a:prstGeom>
          <a:noFill/>
          <a:ln>
            <a:noFill/>
          </a:ln>
        </p:spPr>
      </p:pic>
      <p:pic>
        <p:nvPicPr>
          <p:cNvPr id="181" name="Google Shape;181;p18"/>
          <p:cNvPicPr preferRelativeResize="0"/>
          <p:nvPr/>
        </p:nvPicPr>
        <p:blipFill>
          <a:blip r:embed="rId3">
            <a:alphaModFix amt="50000"/>
          </a:blip>
          <a:stretch>
            <a:fillRect/>
          </a:stretch>
        </p:blipFill>
        <p:spPr>
          <a:xfrm>
            <a:off x="315700" y="348338"/>
            <a:ext cx="4446825" cy="4446825"/>
          </a:xfrm>
          <a:prstGeom prst="rect">
            <a:avLst/>
          </a:prstGeom>
          <a:noFill/>
          <a:ln>
            <a:noFill/>
          </a:ln>
        </p:spPr>
      </p:pic>
      <p:pic>
        <p:nvPicPr>
          <p:cNvPr id="182" name="Google Shape;182;p18"/>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183" name="Google Shape;183;p18"/>
          <p:cNvSpPr txBox="1"/>
          <p:nvPr/>
        </p:nvSpPr>
        <p:spPr>
          <a:xfrm>
            <a:off x="2855550" y="687397"/>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Business Drivers</a:t>
            </a:r>
            <a:endParaRPr sz="2500">
              <a:solidFill>
                <a:schemeClr val="lt2"/>
              </a:solidFill>
              <a:latin typeface="Montserrat ExtraBold"/>
              <a:ea typeface="Montserrat ExtraBold"/>
              <a:cs typeface="Montserrat ExtraBold"/>
              <a:sym typeface="Montserrat ExtraBold"/>
            </a:endParaRPr>
          </a:p>
        </p:txBody>
      </p:sp>
      <p:sp>
        <p:nvSpPr>
          <p:cNvPr id="184" name="Google Shape;184;p18"/>
          <p:cNvSpPr txBox="1"/>
          <p:nvPr>
            <p:ph idx="4294967295" type="body"/>
          </p:nvPr>
        </p:nvSpPr>
        <p:spPr>
          <a:xfrm>
            <a:off x="2855550" y="1377480"/>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200">
                <a:latin typeface="Montserrat"/>
                <a:ea typeface="Montserrat"/>
                <a:cs typeface="Montserrat"/>
                <a:sym typeface="Montserrat"/>
              </a:rPr>
              <a:t>AI can draft strategy</a:t>
            </a:r>
            <a:endParaRPr b="1" sz="12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Business drivers rarely arrive as clean data. They're buried in a strategy deck, scattered meeting notes, or a spreadsheet of goals split across teams. AI can read through that material and turn it into an actual working draft: structured objectives, current status, and which ones are falling behind.</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That drafted structure carries into the update work too, turning meeting notes into the review-ready summary a leadership team would otherwise write from scratch. Objective tracking can run continuously as well, with some platforms flagging drift the moment it happens rather than waiting for the next check-in.</a:t>
            </a:r>
            <a:endParaRPr sz="1000">
              <a:latin typeface="Montserrat"/>
              <a:ea typeface="Montserrat"/>
              <a:cs typeface="Montserrat"/>
              <a:sym typeface="Montserrat"/>
            </a:endParaRPr>
          </a:p>
          <a:p>
            <a:pPr indent="0" lvl="0" marL="0" rtl="0" algn="l">
              <a:spcBef>
                <a:spcPts val="1200"/>
              </a:spcBef>
              <a:spcAft>
                <a:spcPts val="0"/>
              </a:spcAft>
              <a:buNone/>
            </a:pPr>
            <a:r>
              <a:rPr i="1" lang="en" sz="1000">
                <a:latin typeface="Montserrat"/>
                <a:ea typeface="Montserrat"/>
                <a:cs typeface="Montserrat"/>
                <a:sym typeface="Montserrat"/>
              </a:rPr>
              <a:t>Leading tools*: WorkBoard, Cascade, Profit.co</a:t>
            </a:r>
            <a:endParaRPr i="1" sz="1000">
              <a:latin typeface="Montserrat"/>
              <a:ea typeface="Montserrat"/>
              <a:cs typeface="Montserrat"/>
              <a:sym typeface="Montserrat"/>
            </a:endParaRPr>
          </a:p>
          <a:p>
            <a:pPr indent="0" lvl="0" marL="0" rtl="0" algn="l">
              <a:spcBef>
                <a:spcPts val="1200"/>
              </a:spcBef>
              <a:spcAft>
                <a:spcPts val="0"/>
              </a:spcAft>
              <a:buClr>
                <a:schemeClr val="dk2"/>
              </a:buClr>
              <a:buSzPts val="1100"/>
              <a:buFont typeface="Arial"/>
              <a:buNone/>
            </a:pPr>
            <a:r>
              <a:t/>
            </a:r>
            <a:endParaRPr sz="800">
              <a:latin typeface="Montserrat"/>
              <a:ea typeface="Montserrat"/>
              <a:cs typeface="Montserrat"/>
              <a:sym typeface="Montserrat"/>
            </a:endParaRPr>
          </a:p>
          <a:p>
            <a:pPr indent="0" lvl="0" marL="0" rtl="0" algn="l">
              <a:spcBef>
                <a:spcPts val="1200"/>
              </a:spcBef>
              <a:spcAft>
                <a:spcPts val="1000"/>
              </a:spcAft>
              <a:buNone/>
            </a:pPr>
            <a:r>
              <a:t/>
            </a:r>
            <a:endParaRPr sz="800">
              <a:latin typeface="Montserrat"/>
              <a:ea typeface="Montserrat"/>
              <a:cs typeface="Montserrat"/>
              <a:sym typeface="Montserrat"/>
            </a:endParaRPr>
          </a:p>
        </p:txBody>
      </p:sp>
      <p:pic>
        <p:nvPicPr>
          <p:cNvPr id="185" name="Google Shape;185;p18"/>
          <p:cNvPicPr preferRelativeResize="0"/>
          <p:nvPr/>
        </p:nvPicPr>
        <p:blipFill>
          <a:blip r:embed="rId5">
            <a:alphaModFix/>
          </a:blip>
          <a:stretch>
            <a:fillRect/>
          </a:stretch>
        </p:blipFill>
        <p:spPr>
          <a:xfrm>
            <a:off x="4300327" y="388882"/>
            <a:ext cx="543350" cy="5433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35B0E1"/>
        </a:solidFill>
      </p:bgPr>
    </p:bg>
    <p:spTree>
      <p:nvGrpSpPr>
        <p:cNvPr id="189" name="Shape 189"/>
        <p:cNvGrpSpPr/>
        <p:nvPr/>
      </p:nvGrpSpPr>
      <p:grpSpPr>
        <a:xfrm>
          <a:off x="0" y="0"/>
          <a:ext cx="0" cy="0"/>
          <a:chOff x="0" y="0"/>
          <a:chExt cx="0" cy="0"/>
        </a:xfrm>
      </p:grpSpPr>
      <p:pic>
        <p:nvPicPr>
          <p:cNvPr id="190" name="Google Shape;190;p19"/>
          <p:cNvPicPr preferRelativeResize="0"/>
          <p:nvPr/>
        </p:nvPicPr>
        <p:blipFill>
          <a:blip r:embed="rId3">
            <a:alphaModFix amt="50000"/>
          </a:blip>
          <a:stretch>
            <a:fillRect/>
          </a:stretch>
        </p:blipFill>
        <p:spPr>
          <a:xfrm>
            <a:off x="4422325" y="377650"/>
            <a:ext cx="4133850" cy="4133850"/>
          </a:xfrm>
          <a:prstGeom prst="rect">
            <a:avLst/>
          </a:prstGeom>
          <a:noFill/>
          <a:ln>
            <a:noFill/>
          </a:ln>
        </p:spPr>
      </p:pic>
      <p:pic>
        <p:nvPicPr>
          <p:cNvPr id="191" name="Google Shape;191;p19"/>
          <p:cNvPicPr preferRelativeResize="0"/>
          <p:nvPr/>
        </p:nvPicPr>
        <p:blipFill>
          <a:blip r:embed="rId3">
            <a:alphaModFix amt="50000"/>
          </a:blip>
          <a:stretch>
            <a:fillRect/>
          </a:stretch>
        </p:blipFill>
        <p:spPr>
          <a:xfrm>
            <a:off x="438150" y="377650"/>
            <a:ext cx="4133850" cy="4133850"/>
          </a:xfrm>
          <a:prstGeom prst="rect">
            <a:avLst/>
          </a:prstGeom>
          <a:noFill/>
          <a:ln>
            <a:noFill/>
          </a:ln>
        </p:spPr>
      </p:pic>
      <p:pic>
        <p:nvPicPr>
          <p:cNvPr id="192" name="Google Shape;192;p19"/>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193" name="Google Shape;193;p19"/>
          <p:cNvSpPr txBox="1"/>
          <p:nvPr/>
        </p:nvSpPr>
        <p:spPr>
          <a:xfrm>
            <a:off x="2855550" y="687397"/>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Usage Analytics</a:t>
            </a:r>
            <a:endParaRPr sz="2500">
              <a:solidFill>
                <a:schemeClr val="lt2"/>
              </a:solidFill>
              <a:latin typeface="Montserrat ExtraBold"/>
              <a:ea typeface="Montserrat ExtraBold"/>
              <a:cs typeface="Montserrat ExtraBold"/>
              <a:sym typeface="Montserrat ExtraBold"/>
            </a:endParaRPr>
          </a:p>
        </p:txBody>
      </p:sp>
      <p:sp>
        <p:nvSpPr>
          <p:cNvPr id="194" name="Google Shape;194;p19"/>
          <p:cNvSpPr txBox="1"/>
          <p:nvPr>
            <p:ph idx="4294967295" type="body"/>
          </p:nvPr>
        </p:nvSpPr>
        <p:spPr>
          <a:xfrm>
            <a:off x="2855550" y="1377480"/>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2"/>
              </a:buClr>
              <a:buSzPts val="1100"/>
              <a:buFont typeface="Arial"/>
              <a:buNone/>
            </a:pPr>
            <a:r>
              <a:rPr b="1" lang="en" sz="1100">
                <a:latin typeface="Montserrat"/>
                <a:ea typeface="Montserrat"/>
                <a:cs typeface="Montserrat"/>
                <a:sym typeface="Montserrat"/>
              </a:rPr>
              <a:t>AI can explain metric changes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Dashboards pile up numbers fast, but a chart alone rarely explains why a metric moved. AI can dig into the underlying activity data and put that explanation into plain language: which segment shifted, what changed right before it, and how significant the move actually is.</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That explanation used to take an afternoon of manual queries to piece together. Now it can surface automatically, with some platforms watching metrics around the clock and flagging anomalies the moment they appear.</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Amplitude, Mixpanel, Pendo</a:t>
            </a:r>
            <a:endParaRPr i="1" sz="1000">
              <a:latin typeface="Montserrat"/>
              <a:ea typeface="Montserrat"/>
              <a:cs typeface="Montserrat"/>
              <a:sym typeface="Montserrat"/>
            </a:endParaRPr>
          </a:p>
        </p:txBody>
      </p:sp>
      <p:pic>
        <p:nvPicPr>
          <p:cNvPr id="195" name="Google Shape;195;p19"/>
          <p:cNvPicPr preferRelativeResize="0"/>
          <p:nvPr/>
        </p:nvPicPr>
        <p:blipFill>
          <a:blip r:embed="rId5">
            <a:alphaModFix/>
          </a:blip>
          <a:stretch>
            <a:fillRect/>
          </a:stretch>
        </p:blipFill>
        <p:spPr>
          <a:xfrm>
            <a:off x="4290713" y="377650"/>
            <a:ext cx="562575" cy="5625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55CC"/>
        </a:solidFill>
      </p:bgPr>
    </p:bg>
    <p:spTree>
      <p:nvGrpSpPr>
        <p:cNvPr id="199" name="Shape 199"/>
        <p:cNvGrpSpPr/>
        <p:nvPr/>
      </p:nvGrpSpPr>
      <p:grpSpPr>
        <a:xfrm>
          <a:off x="0" y="0"/>
          <a:ext cx="0" cy="0"/>
          <a:chOff x="0" y="0"/>
          <a:chExt cx="0" cy="0"/>
        </a:xfrm>
      </p:grpSpPr>
      <p:pic>
        <p:nvPicPr>
          <p:cNvPr id="200" name="Google Shape;200;p20"/>
          <p:cNvPicPr preferRelativeResize="0"/>
          <p:nvPr/>
        </p:nvPicPr>
        <p:blipFill>
          <a:blip r:embed="rId3">
            <a:alphaModFix amt="50000"/>
          </a:blip>
          <a:stretch>
            <a:fillRect/>
          </a:stretch>
        </p:blipFill>
        <p:spPr>
          <a:xfrm>
            <a:off x="4572000" y="603650"/>
            <a:ext cx="3936200" cy="3936200"/>
          </a:xfrm>
          <a:prstGeom prst="rect">
            <a:avLst/>
          </a:prstGeom>
          <a:noFill/>
          <a:ln>
            <a:noFill/>
          </a:ln>
        </p:spPr>
      </p:pic>
      <p:pic>
        <p:nvPicPr>
          <p:cNvPr id="201" name="Google Shape;201;p20"/>
          <p:cNvPicPr preferRelativeResize="0"/>
          <p:nvPr/>
        </p:nvPicPr>
        <p:blipFill>
          <a:blip r:embed="rId3">
            <a:alphaModFix amt="50000"/>
          </a:blip>
          <a:stretch>
            <a:fillRect/>
          </a:stretch>
        </p:blipFill>
        <p:spPr>
          <a:xfrm>
            <a:off x="635800" y="603650"/>
            <a:ext cx="3936200" cy="3936200"/>
          </a:xfrm>
          <a:prstGeom prst="rect">
            <a:avLst/>
          </a:prstGeom>
          <a:noFill/>
          <a:ln>
            <a:noFill/>
          </a:ln>
        </p:spPr>
      </p:pic>
      <p:pic>
        <p:nvPicPr>
          <p:cNvPr id="202" name="Google Shape;202;p20"/>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03" name="Google Shape;203;p20"/>
          <p:cNvSpPr txBox="1"/>
          <p:nvPr/>
        </p:nvSpPr>
        <p:spPr>
          <a:xfrm>
            <a:off x="2855550" y="687397"/>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User Feedback</a:t>
            </a:r>
            <a:endParaRPr sz="2500">
              <a:solidFill>
                <a:schemeClr val="lt2"/>
              </a:solidFill>
              <a:latin typeface="Montserrat ExtraBold"/>
              <a:ea typeface="Montserrat ExtraBold"/>
              <a:cs typeface="Montserrat ExtraBold"/>
              <a:sym typeface="Montserrat ExtraBold"/>
            </a:endParaRPr>
          </a:p>
        </p:txBody>
      </p:sp>
      <p:sp>
        <p:nvSpPr>
          <p:cNvPr id="204" name="Google Shape;204;p20"/>
          <p:cNvSpPr txBox="1"/>
          <p:nvPr>
            <p:ph idx="4294967295" type="body"/>
          </p:nvPr>
        </p:nvSpPr>
        <p:spPr>
          <a:xfrm>
            <a:off x="2855550" y="1377480"/>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Montserrat"/>
                <a:ea typeface="Montserrat"/>
                <a:cs typeface="Montserrat"/>
                <a:sym typeface="Montserrat"/>
              </a:rPr>
              <a:t>AI can draw themes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Feedback lands scattered across reviews, tickets, calls, and surveys, too much volume for anyone to read line by line. AI can draw the throughline out of that noise, surfacing the themes that actually repeat instead of just the loudest single complaint.</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Those themes can come ranked too, by how often they show up and how urgent they are, so the pattern is visible at a glance. Some platforms keep drawing that picture continuously, updating as new feedback lands rather than refreshing it once a quarter.</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t>
            </a:r>
            <a:r>
              <a:rPr i="1" lang="en" sz="1000">
                <a:latin typeface="Montserrat"/>
                <a:ea typeface="Montserrat"/>
                <a:cs typeface="Montserrat"/>
                <a:sym typeface="Montserrat"/>
              </a:rPr>
              <a:t>Productboard, Enterpret, Canny</a:t>
            </a:r>
            <a:endParaRPr i="1" sz="1000">
              <a:latin typeface="Montserrat"/>
              <a:ea typeface="Montserrat"/>
              <a:cs typeface="Montserrat"/>
              <a:sym typeface="Montserrat"/>
            </a:endParaRPr>
          </a:p>
        </p:txBody>
      </p:sp>
      <p:pic>
        <p:nvPicPr>
          <p:cNvPr id="205" name="Google Shape;205;p20"/>
          <p:cNvPicPr preferRelativeResize="0"/>
          <p:nvPr/>
        </p:nvPicPr>
        <p:blipFill>
          <a:blip r:embed="rId5">
            <a:alphaModFix/>
          </a:blip>
          <a:stretch>
            <a:fillRect/>
          </a:stretch>
        </p:blipFill>
        <p:spPr>
          <a:xfrm>
            <a:off x="4240100" y="303900"/>
            <a:ext cx="663825" cy="663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5381"/>
        </a:solidFill>
      </p:bgPr>
    </p:bg>
    <p:spTree>
      <p:nvGrpSpPr>
        <p:cNvPr id="209" name="Shape 209"/>
        <p:cNvGrpSpPr/>
        <p:nvPr/>
      </p:nvGrpSpPr>
      <p:grpSpPr>
        <a:xfrm>
          <a:off x="0" y="0"/>
          <a:ext cx="0" cy="0"/>
          <a:chOff x="0" y="0"/>
          <a:chExt cx="0" cy="0"/>
        </a:xfrm>
      </p:grpSpPr>
      <p:pic>
        <p:nvPicPr>
          <p:cNvPr id="210" name="Google Shape;210;p21"/>
          <p:cNvPicPr preferRelativeResize="0"/>
          <p:nvPr/>
        </p:nvPicPr>
        <p:blipFill>
          <a:blip r:embed="rId3">
            <a:alphaModFix amt="50000"/>
          </a:blip>
          <a:stretch>
            <a:fillRect/>
          </a:stretch>
        </p:blipFill>
        <p:spPr>
          <a:xfrm>
            <a:off x="4647658" y="689662"/>
            <a:ext cx="3764175" cy="3764175"/>
          </a:xfrm>
          <a:prstGeom prst="rect">
            <a:avLst/>
          </a:prstGeom>
          <a:noFill/>
          <a:ln>
            <a:noFill/>
          </a:ln>
        </p:spPr>
      </p:pic>
      <p:pic>
        <p:nvPicPr>
          <p:cNvPr id="211" name="Google Shape;211;p21"/>
          <p:cNvPicPr preferRelativeResize="0"/>
          <p:nvPr/>
        </p:nvPicPr>
        <p:blipFill>
          <a:blip r:embed="rId3">
            <a:alphaModFix amt="50000"/>
          </a:blip>
          <a:stretch>
            <a:fillRect/>
          </a:stretch>
        </p:blipFill>
        <p:spPr>
          <a:xfrm>
            <a:off x="725225" y="689662"/>
            <a:ext cx="3764175" cy="3764175"/>
          </a:xfrm>
          <a:prstGeom prst="rect">
            <a:avLst/>
          </a:prstGeom>
          <a:noFill/>
          <a:ln>
            <a:noFill/>
          </a:ln>
        </p:spPr>
      </p:pic>
      <p:pic>
        <p:nvPicPr>
          <p:cNvPr id="212" name="Google Shape;212;p21"/>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13" name="Google Shape;213;p21"/>
          <p:cNvSpPr txBox="1"/>
          <p:nvPr/>
        </p:nvSpPr>
        <p:spPr>
          <a:xfrm>
            <a:off x="2855550" y="687397"/>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System Logs</a:t>
            </a:r>
            <a:endParaRPr sz="2500">
              <a:solidFill>
                <a:schemeClr val="lt2"/>
              </a:solidFill>
              <a:latin typeface="Montserrat ExtraBold"/>
              <a:ea typeface="Montserrat ExtraBold"/>
              <a:cs typeface="Montserrat ExtraBold"/>
              <a:sym typeface="Montserrat ExtraBold"/>
            </a:endParaRPr>
          </a:p>
        </p:txBody>
      </p:sp>
      <p:sp>
        <p:nvSpPr>
          <p:cNvPr id="214" name="Google Shape;214;p21"/>
          <p:cNvSpPr txBox="1"/>
          <p:nvPr>
            <p:ph idx="4294967295" type="body"/>
          </p:nvPr>
        </p:nvSpPr>
        <p:spPr>
          <a:xfrm>
            <a:off x="2855550" y="1377480"/>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Arial"/>
                <a:ea typeface="Arial"/>
                <a:cs typeface="Arial"/>
                <a:sym typeface="Arial"/>
              </a:rPr>
              <a:t>AI can pinpoint root causes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A single outage can throw off thousands of log lines and a dozen false leads. AI can cut through that noise and pinpoint the actual cause, correlating logs, traces, and the code change that likely triggered it.</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Finding the cause is only half the job, though. Once it's pinpointed, AI can draft the fix too, and some platforms go as far as opening a ready-to-review pull request the moment they've diagnosed the failure.</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t>
            </a:r>
            <a:r>
              <a:rPr i="1" lang="en" sz="1000">
                <a:latin typeface="Montserrat"/>
                <a:ea typeface="Montserrat"/>
                <a:cs typeface="Montserrat"/>
                <a:sym typeface="Montserrat"/>
              </a:rPr>
              <a:t>Sentry, Datadog, Dynatrace</a:t>
            </a:r>
            <a:endParaRPr i="1" sz="1000">
              <a:latin typeface="Montserrat"/>
              <a:ea typeface="Montserrat"/>
              <a:cs typeface="Montserrat"/>
              <a:sym typeface="Montserrat"/>
            </a:endParaRPr>
          </a:p>
        </p:txBody>
      </p:sp>
      <p:pic>
        <p:nvPicPr>
          <p:cNvPr id="215" name="Google Shape;215;p21"/>
          <p:cNvPicPr preferRelativeResize="0"/>
          <p:nvPr/>
        </p:nvPicPr>
        <p:blipFill>
          <a:blip r:embed="rId5">
            <a:alphaModFix/>
          </a:blip>
          <a:stretch>
            <a:fillRect/>
          </a:stretch>
        </p:blipFill>
        <p:spPr>
          <a:xfrm>
            <a:off x="4275836" y="366847"/>
            <a:ext cx="592325" cy="5923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B173E"/>
        </a:solidFill>
      </p:bgPr>
    </p:bg>
    <p:spTree>
      <p:nvGrpSpPr>
        <p:cNvPr id="219" name="Shape 219"/>
        <p:cNvGrpSpPr/>
        <p:nvPr/>
      </p:nvGrpSpPr>
      <p:grpSpPr>
        <a:xfrm>
          <a:off x="0" y="0"/>
          <a:ext cx="0" cy="0"/>
          <a:chOff x="0" y="0"/>
          <a:chExt cx="0" cy="0"/>
        </a:xfrm>
      </p:grpSpPr>
      <p:pic>
        <p:nvPicPr>
          <p:cNvPr id="220" name="Google Shape;220;p22"/>
          <p:cNvPicPr preferRelativeResize="0"/>
          <p:nvPr/>
        </p:nvPicPr>
        <p:blipFill>
          <a:blip r:embed="rId3">
            <a:alphaModFix amt="50000"/>
          </a:blip>
          <a:stretch>
            <a:fillRect/>
          </a:stretch>
        </p:blipFill>
        <p:spPr>
          <a:xfrm>
            <a:off x="4861025" y="877613"/>
            <a:ext cx="3388275" cy="3388275"/>
          </a:xfrm>
          <a:prstGeom prst="rect">
            <a:avLst/>
          </a:prstGeom>
          <a:noFill/>
          <a:ln>
            <a:noFill/>
          </a:ln>
        </p:spPr>
      </p:pic>
      <p:pic>
        <p:nvPicPr>
          <p:cNvPr id="221" name="Google Shape;221;p22"/>
          <p:cNvPicPr preferRelativeResize="0"/>
          <p:nvPr/>
        </p:nvPicPr>
        <p:blipFill>
          <a:blip r:embed="rId3">
            <a:alphaModFix amt="50000"/>
          </a:blip>
          <a:stretch>
            <a:fillRect/>
          </a:stretch>
        </p:blipFill>
        <p:spPr>
          <a:xfrm>
            <a:off x="894700" y="877613"/>
            <a:ext cx="3388275" cy="3388275"/>
          </a:xfrm>
          <a:prstGeom prst="rect">
            <a:avLst/>
          </a:prstGeom>
          <a:noFill/>
          <a:ln>
            <a:noFill/>
          </a:ln>
        </p:spPr>
      </p:pic>
      <p:pic>
        <p:nvPicPr>
          <p:cNvPr id="222" name="Google Shape;222;p22"/>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23" name="Google Shape;223;p22"/>
          <p:cNvSpPr txBox="1"/>
          <p:nvPr/>
        </p:nvSpPr>
        <p:spPr>
          <a:xfrm>
            <a:off x="2855550" y="706259"/>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Product Discovery</a:t>
            </a:r>
            <a:endParaRPr sz="2500">
              <a:solidFill>
                <a:schemeClr val="lt2"/>
              </a:solidFill>
              <a:latin typeface="Montserrat ExtraBold"/>
              <a:ea typeface="Montserrat ExtraBold"/>
              <a:cs typeface="Montserrat ExtraBold"/>
              <a:sym typeface="Montserrat ExtraBold"/>
            </a:endParaRPr>
          </a:p>
        </p:txBody>
      </p:sp>
      <p:sp>
        <p:nvSpPr>
          <p:cNvPr id="224" name="Google Shape;224;p22"/>
          <p:cNvSpPr txBox="1"/>
          <p:nvPr>
            <p:ph idx="4294967295" type="body"/>
          </p:nvPr>
        </p:nvSpPr>
        <p:spPr>
          <a:xfrm>
            <a:off x="2855550" y="1396342"/>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Montserrat"/>
                <a:ea typeface="Montserrat"/>
                <a:cs typeface="Montserrat"/>
                <a:sym typeface="Montserrat"/>
              </a:rPr>
              <a:t>AI can score and prioritize</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A backlog of raw ideas rarely tells you which ones matter. AI can score each one against stated strategy and rank the list by expected value against effort, turning a gut-feel debate into a starting point everyone can react to.</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That scoring doesn't have to be static either. Conflicting priorities can get flagged before they turn into a planning-meeting fight, and some platforms keep the ranking live, reshuffling it the moment new data comes in.</a:t>
            </a:r>
            <a:endParaRPr sz="1000">
              <a:latin typeface="Montserrat"/>
              <a:ea typeface="Montserrat"/>
              <a:cs typeface="Montserrat"/>
              <a:sym typeface="Montserrat"/>
            </a:endParaRPr>
          </a:p>
          <a:p>
            <a:pPr indent="0" lvl="0" marL="0" rtl="0" algn="l">
              <a:spcBef>
                <a:spcPts val="1200"/>
              </a:spcBef>
              <a:spcAft>
                <a:spcPts val="1200"/>
              </a:spcAft>
              <a:buNone/>
            </a:pPr>
            <a:r>
              <a:rPr i="1" lang="en" sz="900">
                <a:latin typeface="Montserrat"/>
                <a:ea typeface="Montserrat"/>
                <a:cs typeface="Montserrat"/>
                <a:sym typeface="Montserrat"/>
              </a:rPr>
              <a:t>Leading tools*: </a:t>
            </a:r>
            <a:r>
              <a:rPr i="1" lang="en" sz="900">
                <a:latin typeface="Montserrat"/>
                <a:ea typeface="Montserrat"/>
                <a:cs typeface="Montserrat"/>
                <a:sym typeface="Montserrat"/>
              </a:rPr>
              <a:t>Jira Product Discovery, Aha!, airfocus</a:t>
            </a:r>
            <a:endParaRPr i="1" sz="900">
              <a:latin typeface="Montserrat"/>
              <a:ea typeface="Montserrat"/>
              <a:cs typeface="Montserrat"/>
              <a:sym typeface="Montserrat"/>
            </a:endParaRPr>
          </a:p>
        </p:txBody>
      </p:sp>
      <p:pic>
        <p:nvPicPr>
          <p:cNvPr id="225" name="Google Shape;225;p22"/>
          <p:cNvPicPr preferRelativeResize="0"/>
          <p:nvPr/>
        </p:nvPicPr>
        <p:blipFill>
          <a:blip r:embed="rId5">
            <a:alphaModFix/>
          </a:blip>
          <a:stretch>
            <a:fillRect/>
          </a:stretch>
        </p:blipFill>
        <p:spPr>
          <a:xfrm>
            <a:off x="4282963" y="361275"/>
            <a:ext cx="578075" cy="5780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44856"/>
        </a:solidFill>
      </p:bgPr>
    </p:bg>
    <p:spTree>
      <p:nvGrpSpPr>
        <p:cNvPr id="229" name="Shape 229"/>
        <p:cNvGrpSpPr/>
        <p:nvPr/>
      </p:nvGrpSpPr>
      <p:grpSpPr>
        <a:xfrm>
          <a:off x="0" y="0"/>
          <a:ext cx="0" cy="0"/>
          <a:chOff x="0" y="0"/>
          <a:chExt cx="0" cy="0"/>
        </a:xfrm>
      </p:grpSpPr>
      <p:pic>
        <p:nvPicPr>
          <p:cNvPr id="230" name="Google Shape;230;p23"/>
          <p:cNvPicPr preferRelativeResize="0"/>
          <p:nvPr/>
        </p:nvPicPr>
        <p:blipFill>
          <a:blip r:embed="rId3">
            <a:alphaModFix amt="50000"/>
          </a:blip>
          <a:stretch>
            <a:fillRect/>
          </a:stretch>
        </p:blipFill>
        <p:spPr>
          <a:xfrm>
            <a:off x="4629775" y="667691"/>
            <a:ext cx="3808150" cy="3808125"/>
          </a:xfrm>
          <a:prstGeom prst="rect">
            <a:avLst/>
          </a:prstGeom>
          <a:noFill/>
          <a:ln>
            <a:noFill/>
          </a:ln>
        </p:spPr>
      </p:pic>
      <p:pic>
        <p:nvPicPr>
          <p:cNvPr id="231" name="Google Shape;231;p23"/>
          <p:cNvPicPr preferRelativeResize="0"/>
          <p:nvPr/>
        </p:nvPicPr>
        <p:blipFill>
          <a:blip r:embed="rId3">
            <a:alphaModFix amt="50000"/>
          </a:blip>
          <a:stretch>
            <a:fillRect/>
          </a:stretch>
        </p:blipFill>
        <p:spPr>
          <a:xfrm>
            <a:off x="685325" y="667691"/>
            <a:ext cx="3808150" cy="3808125"/>
          </a:xfrm>
          <a:prstGeom prst="rect">
            <a:avLst/>
          </a:prstGeom>
          <a:noFill/>
          <a:ln>
            <a:noFill/>
          </a:ln>
        </p:spPr>
      </p:pic>
      <p:pic>
        <p:nvPicPr>
          <p:cNvPr id="232" name="Google Shape;232;p23"/>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33" name="Google Shape;233;p23"/>
          <p:cNvSpPr txBox="1"/>
          <p:nvPr/>
        </p:nvSpPr>
        <p:spPr>
          <a:xfrm>
            <a:off x="2855550" y="738990"/>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Backlog</a:t>
            </a:r>
            <a:endParaRPr sz="2500">
              <a:solidFill>
                <a:schemeClr val="lt2"/>
              </a:solidFill>
              <a:latin typeface="Montserrat ExtraBold"/>
              <a:ea typeface="Montserrat ExtraBold"/>
              <a:cs typeface="Montserrat ExtraBold"/>
              <a:sym typeface="Montserrat ExtraBold"/>
            </a:endParaRPr>
          </a:p>
        </p:txBody>
      </p:sp>
      <p:sp>
        <p:nvSpPr>
          <p:cNvPr id="234" name="Google Shape;234;p23"/>
          <p:cNvSpPr txBox="1"/>
          <p:nvPr>
            <p:ph idx="4294967295" type="body"/>
          </p:nvPr>
        </p:nvSpPr>
        <p:spPr>
          <a:xfrm>
            <a:off x="2855550" y="1396311"/>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Arial"/>
                <a:ea typeface="Arial"/>
                <a:cs typeface="Arial"/>
                <a:sym typeface="Arial"/>
              </a:rPr>
              <a:t>AI can draft tickets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Turning a decision into a well-formed ticket is repetitive: writing the description, acceptance criteria, and estimate every time. AI can draft all three from a short plain-language description, consistently rather than however each writer happens to phrase it.</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That same drafting extends further up the chain. A large epic can be broken into right-sized stories automatically, with anything not sprint-ready flagged before it derails planning. Some platforms will even draft the full sprint for a human to review.</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t>
            </a:r>
            <a:r>
              <a:rPr i="1" lang="en" sz="1000">
                <a:latin typeface="Montserrat"/>
                <a:ea typeface="Montserrat"/>
                <a:cs typeface="Montserrat"/>
                <a:sym typeface="Montserrat"/>
              </a:rPr>
              <a:t>Jira, Azure DevOps, Linear</a:t>
            </a:r>
            <a:endParaRPr i="1" sz="1000">
              <a:latin typeface="Montserrat"/>
              <a:ea typeface="Montserrat"/>
              <a:cs typeface="Montserrat"/>
              <a:sym typeface="Montserrat"/>
            </a:endParaRPr>
          </a:p>
        </p:txBody>
      </p:sp>
      <p:pic>
        <p:nvPicPr>
          <p:cNvPr id="235" name="Google Shape;235;p23"/>
          <p:cNvPicPr preferRelativeResize="0"/>
          <p:nvPr/>
        </p:nvPicPr>
        <p:blipFill>
          <a:blip r:embed="rId5">
            <a:alphaModFix/>
          </a:blip>
          <a:stretch>
            <a:fillRect/>
          </a:stretch>
        </p:blipFill>
        <p:spPr>
          <a:xfrm>
            <a:off x="4164000" y="267591"/>
            <a:ext cx="816000" cy="816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39" name="Shape 239"/>
        <p:cNvGrpSpPr/>
        <p:nvPr/>
      </p:nvGrpSpPr>
      <p:grpSpPr>
        <a:xfrm>
          <a:off x="0" y="0"/>
          <a:ext cx="0" cy="0"/>
          <a:chOff x="0" y="0"/>
          <a:chExt cx="0" cy="0"/>
        </a:xfrm>
      </p:grpSpPr>
      <p:pic>
        <p:nvPicPr>
          <p:cNvPr id="240" name="Google Shape;240;p24"/>
          <p:cNvPicPr preferRelativeResize="0"/>
          <p:nvPr/>
        </p:nvPicPr>
        <p:blipFill>
          <a:blip r:embed="rId3">
            <a:alphaModFix amt="50000"/>
          </a:blip>
          <a:stretch>
            <a:fillRect/>
          </a:stretch>
        </p:blipFill>
        <p:spPr>
          <a:xfrm>
            <a:off x="4966625" y="982486"/>
            <a:ext cx="3178525" cy="3178525"/>
          </a:xfrm>
          <a:prstGeom prst="rect">
            <a:avLst/>
          </a:prstGeom>
          <a:noFill/>
          <a:ln>
            <a:noFill/>
          </a:ln>
        </p:spPr>
      </p:pic>
      <p:pic>
        <p:nvPicPr>
          <p:cNvPr id="241" name="Google Shape;241;p24"/>
          <p:cNvPicPr preferRelativeResize="0"/>
          <p:nvPr/>
        </p:nvPicPr>
        <p:blipFill>
          <a:blip r:embed="rId3">
            <a:alphaModFix amt="50000"/>
          </a:blip>
          <a:stretch>
            <a:fillRect/>
          </a:stretch>
        </p:blipFill>
        <p:spPr>
          <a:xfrm>
            <a:off x="1030225" y="982486"/>
            <a:ext cx="3178525" cy="3178525"/>
          </a:xfrm>
          <a:prstGeom prst="rect">
            <a:avLst/>
          </a:prstGeom>
          <a:noFill/>
          <a:ln>
            <a:noFill/>
          </a:ln>
        </p:spPr>
      </p:pic>
      <p:pic>
        <p:nvPicPr>
          <p:cNvPr id="242" name="Google Shape;242;p24"/>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43" name="Google Shape;243;p24"/>
          <p:cNvSpPr txBox="1"/>
          <p:nvPr/>
        </p:nvSpPr>
        <p:spPr>
          <a:xfrm>
            <a:off x="2855550" y="706259"/>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Design</a:t>
            </a:r>
            <a:endParaRPr sz="2500">
              <a:solidFill>
                <a:schemeClr val="lt2"/>
              </a:solidFill>
              <a:latin typeface="Montserrat ExtraBold"/>
              <a:ea typeface="Montserrat ExtraBold"/>
              <a:cs typeface="Montserrat ExtraBold"/>
              <a:sym typeface="Montserrat ExtraBold"/>
            </a:endParaRPr>
          </a:p>
        </p:txBody>
      </p:sp>
      <p:sp>
        <p:nvSpPr>
          <p:cNvPr id="244" name="Google Shape;244;p24"/>
          <p:cNvSpPr txBox="1"/>
          <p:nvPr>
            <p:ph idx="4294967295" type="body"/>
          </p:nvPr>
        </p:nvSpPr>
        <p:spPr>
          <a:xfrm>
            <a:off x="2855550" y="1396342"/>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Montserrat"/>
                <a:ea typeface="Montserrat"/>
                <a:cs typeface="Montserrat"/>
                <a:sym typeface="Montserrat"/>
              </a:rPr>
              <a:t>AI can design from prompts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A blank canvas is often the slowest part of design. Describe the screen or paste a rough sketch, and AI can turn that prompt into a working interface, real components rather than a static image.</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The output doesn't have to look generic either. AI can apply an existing design system so what comes back already looks like the product it's for, and some platforms carry that prompt all the way to a clickable prototype or frontend code.</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t>
            </a:r>
            <a:r>
              <a:rPr i="1" lang="en" sz="1000">
                <a:latin typeface="Montserrat"/>
                <a:ea typeface="Montserrat"/>
                <a:cs typeface="Montserrat"/>
                <a:sym typeface="Montserrat"/>
              </a:rPr>
              <a:t>Figma, Lovable, Bolt</a:t>
            </a:r>
            <a:endParaRPr i="1" sz="1000">
              <a:latin typeface="Montserrat"/>
              <a:ea typeface="Montserrat"/>
              <a:cs typeface="Montserrat"/>
              <a:sym typeface="Montserrat"/>
            </a:endParaRPr>
          </a:p>
        </p:txBody>
      </p:sp>
      <p:pic>
        <p:nvPicPr>
          <p:cNvPr id="245" name="Google Shape;245;p24"/>
          <p:cNvPicPr preferRelativeResize="0"/>
          <p:nvPr/>
        </p:nvPicPr>
        <p:blipFill>
          <a:blip r:embed="rId5">
            <a:alphaModFix/>
          </a:blip>
          <a:stretch>
            <a:fillRect/>
          </a:stretch>
        </p:blipFill>
        <p:spPr>
          <a:xfrm>
            <a:off x="4240488" y="312450"/>
            <a:ext cx="663025" cy="6630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8E31"/>
        </a:solidFill>
      </p:bgPr>
    </p:bg>
    <p:spTree>
      <p:nvGrpSpPr>
        <p:cNvPr id="249" name="Shape 249"/>
        <p:cNvGrpSpPr/>
        <p:nvPr/>
      </p:nvGrpSpPr>
      <p:grpSpPr>
        <a:xfrm>
          <a:off x="0" y="0"/>
          <a:ext cx="0" cy="0"/>
          <a:chOff x="0" y="0"/>
          <a:chExt cx="0" cy="0"/>
        </a:xfrm>
      </p:grpSpPr>
      <p:pic>
        <p:nvPicPr>
          <p:cNvPr id="250" name="Google Shape;250;p25"/>
          <p:cNvPicPr preferRelativeResize="0"/>
          <p:nvPr/>
        </p:nvPicPr>
        <p:blipFill>
          <a:blip r:embed="rId3">
            <a:alphaModFix amt="50000"/>
          </a:blip>
          <a:stretch>
            <a:fillRect/>
          </a:stretch>
        </p:blipFill>
        <p:spPr>
          <a:xfrm>
            <a:off x="4780800" y="794638"/>
            <a:ext cx="3554225" cy="3554225"/>
          </a:xfrm>
          <a:prstGeom prst="rect">
            <a:avLst/>
          </a:prstGeom>
          <a:noFill/>
          <a:ln>
            <a:noFill/>
          </a:ln>
        </p:spPr>
      </p:pic>
      <p:pic>
        <p:nvPicPr>
          <p:cNvPr id="251" name="Google Shape;251;p25"/>
          <p:cNvPicPr preferRelativeResize="0"/>
          <p:nvPr/>
        </p:nvPicPr>
        <p:blipFill>
          <a:blip r:embed="rId3">
            <a:alphaModFix amt="50000"/>
          </a:blip>
          <a:stretch>
            <a:fillRect/>
          </a:stretch>
        </p:blipFill>
        <p:spPr>
          <a:xfrm>
            <a:off x="825798" y="794638"/>
            <a:ext cx="3554225" cy="3554225"/>
          </a:xfrm>
          <a:prstGeom prst="rect">
            <a:avLst/>
          </a:prstGeom>
          <a:noFill/>
          <a:ln>
            <a:noFill/>
          </a:ln>
        </p:spPr>
      </p:pic>
      <p:pic>
        <p:nvPicPr>
          <p:cNvPr id="252" name="Google Shape;252;p25"/>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53" name="Google Shape;253;p25"/>
          <p:cNvSpPr txBox="1"/>
          <p:nvPr/>
        </p:nvSpPr>
        <p:spPr>
          <a:xfrm>
            <a:off x="2855550" y="725120"/>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Code</a:t>
            </a:r>
            <a:endParaRPr sz="2500">
              <a:solidFill>
                <a:schemeClr val="lt2"/>
              </a:solidFill>
              <a:latin typeface="Montserrat ExtraBold"/>
              <a:ea typeface="Montserrat ExtraBold"/>
              <a:cs typeface="Montserrat ExtraBold"/>
              <a:sym typeface="Montserrat ExtraBold"/>
            </a:endParaRPr>
          </a:p>
        </p:txBody>
      </p:sp>
      <p:sp>
        <p:nvSpPr>
          <p:cNvPr id="254" name="Google Shape;254;p25"/>
          <p:cNvSpPr txBox="1"/>
          <p:nvPr>
            <p:ph idx="4294967295" type="body"/>
          </p:nvPr>
        </p:nvSpPr>
        <p:spPr>
          <a:xfrm>
            <a:off x="2855550" y="1415203"/>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Montserrat"/>
                <a:ea typeface="Montserrat"/>
                <a:cs typeface="Montserrat"/>
                <a:sym typeface="Montserrat"/>
              </a:rPr>
              <a:t>AI can generate code</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Most engineering time goes to implementation, not decisions. AI can turn a spec or ticket straight into working code, generating the boilerplate and repetitive parts of a build so engineers spend their time on the harder ten percent.</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That generation doesn't stop at a first draft either. AI can navigate an existing codebase, run the tests, and fix its own errors along the way, with some tools operating directly from the terminal to carry out multi-step changes with minimal hand-holding.</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t>
            </a:r>
            <a:r>
              <a:rPr i="1" lang="en" sz="1000">
                <a:latin typeface="Montserrat"/>
                <a:ea typeface="Montserrat"/>
                <a:cs typeface="Montserrat"/>
                <a:sym typeface="Montserrat"/>
              </a:rPr>
              <a:t>Claude Code, Copilot, Cursor</a:t>
            </a:r>
            <a:endParaRPr i="1" sz="1000">
              <a:latin typeface="Montserrat"/>
              <a:ea typeface="Montserrat"/>
              <a:cs typeface="Montserrat"/>
              <a:sym typeface="Montserrat"/>
            </a:endParaRPr>
          </a:p>
        </p:txBody>
      </p:sp>
      <p:pic>
        <p:nvPicPr>
          <p:cNvPr id="255" name="Google Shape;255;p25"/>
          <p:cNvPicPr preferRelativeResize="0"/>
          <p:nvPr/>
        </p:nvPicPr>
        <p:blipFill>
          <a:blip r:embed="rId5">
            <a:alphaModFix/>
          </a:blip>
          <a:stretch>
            <a:fillRect/>
          </a:stretch>
        </p:blipFill>
        <p:spPr>
          <a:xfrm>
            <a:off x="4143925" y="251042"/>
            <a:ext cx="856150" cy="8561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AE88"/>
        </a:solidFill>
      </p:bgPr>
    </p:bg>
    <p:spTree>
      <p:nvGrpSpPr>
        <p:cNvPr id="259" name="Shape 259"/>
        <p:cNvGrpSpPr/>
        <p:nvPr/>
      </p:nvGrpSpPr>
      <p:grpSpPr>
        <a:xfrm>
          <a:off x="0" y="0"/>
          <a:ext cx="0" cy="0"/>
          <a:chOff x="0" y="0"/>
          <a:chExt cx="0" cy="0"/>
        </a:xfrm>
      </p:grpSpPr>
      <p:pic>
        <p:nvPicPr>
          <p:cNvPr id="260" name="Google Shape;260;p26"/>
          <p:cNvPicPr preferRelativeResize="0"/>
          <p:nvPr/>
        </p:nvPicPr>
        <p:blipFill>
          <a:blip r:embed="rId3">
            <a:alphaModFix amt="50000"/>
          </a:blip>
          <a:stretch>
            <a:fillRect/>
          </a:stretch>
        </p:blipFill>
        <p:spPr>
          <a:xfrm>
            <a:off x="4913882" y="953354"/>
            <a:ext cx="3236800" cy="3236800"/>
          </a:xfrm>
          <a:prstGeom prst="rect">
            <a:avLst/>
          </a:prstGeom>
          <a:noFill/>
          <a:ln>
            <a:noFill/>
          </a:ln>
        </p:spPr>
      </p:pic>
      <p:pic>
        <p:nvPicPr>
          <p:cNvPr id="261" name="Google Shape;261;p26"/>
          <p:cNvPicPr preferRelativeResize="0"/>
          <p:nvPr/>
        </p:nvPicPr>
        <p:blipFill>
          <a:blip r:embed="rId3">
            <a:alphaModFix amt="50000"/>
          </a:blip>
          <a:stretch>
            <a:fillRect/>
          </a:stretch>
        </p:blipFill>
        <p:spPr>
          <a:xfrm>
            <a:off x="967500" y="953354"/>
            <a:ext cx="3236800" cy="3236800"/>
          </a:xfrm>
          <a:prstGeom prst="rect">
            <a:avLst/>
          </a:prstGeom>
          <a:noFill/>
          <a:ln>
            <a:noFill/>
          </a:ln>
        </p:spPr>
      </p:pic>
      <p:pic>
        <p:nvPicPr>
          <p:cNvPr id="262" name="Google Shape;262;p26"/>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63" name="Google Shape;263;p26"/>
          <p:cNvSpPr txBox="1"/>
          <p:nvPr/>
        </p:nvSpPr>
        <p:spPr>
          <a:xfrm>
            <a:off x="2855550" y="773145"/>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CI/CD</a:t>
            </a:r>
            <a:endParaRPr sz="2500">
              <a:solidFill>
                <a:schemeClr val="lt2"/>
              </a:solidFill>
              <a:latin typeface="Montserrat ExtraBold"/>
              <a:ea typeface="Montserrat ExtraBold"/>
              <a:cs typeface="Montserrat ExtraBold"/>
              <a:sym typeface="Montserrat ExtraBold"/>
            </a:endParaRPr>
          </a:p>
        </p:txBody>
      </p:sp>
      <p:sp>
        <p:nvSpPr>
          <p:cNvPr id="264" name="Google Shape;264;p26"/>
          <p:cNvSpPr txBox="1"/>
          <p:nvPr>
            <p:ph idx="4294967295" type="body"/>
          </p:nvPr>
        </p:nvSpPr>
        <p:spPr>
          <a:xfrm>
            <a:off x="2855550" y="1463228"/>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Montserrat"/>
                <a:ea typeface="Montserrat"/>
                <a:cs typeface="Montserrat"/>
                <a:sym typeface="Montserrat"/>
              </a:rPr>
              <a:t>AI can fix pipelines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A failed pipeline usually means someone stops what they're doing to dig through logs. AI can read those logs, identify what actually broke, and explain it in plain language before anyone opens a terminal.</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Diagnosis is just the first step toward the fix, though. AI can propose the actual change needed, and some platforms open a merge request automatically the moment they've diagnosed a broken build.</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GitHub Actions, GitLab CI</a:t>
            </a:r>
            <a:endParaRPr i="1" sz="1000">
              <a:latin typeface="Montserrat"/>
              <a:ea typeface="Montserrat"/>
              <a:cs typeface="Montserrat"/>
              <a:sym typeface="Montserrat"/>
            </a:endParaRPr>
          </a:p>
        </p:txBody>
      </p:sp>
      <p:pic>
        <p:nvPicPr>
          <p:cNvPr id="265" name="Google Shape;265;p26"/>
          <p:cNvPicPr preferRelativeResize="0"/>
          <p:nvPr/>
        </p:nvPicPr>
        <p:blipFill>
          <a:blip r:embed="rId5">
            <a:alphaModFix/>
          </a:blip>
          <a:stretch>
            <a:fillRect/>
          </a:stretch>
        </p:blipFill>
        <p:spPr>
          <a:xfrm>
            <a:off x="4204313" y="342042"/>
            <a:ext cx="735375" cy="735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69" name="Shape 269"/>
        <p:cNvGrpSpPr/>
        <p:nvPr/>
      </p:nvGrpSpPr>
      <p:grpSpPr>
        <a:xfrm>
          <a:off x="0" y="0"/>
          <a:ext cx="0" cy="0"/>
          <a:chOff x="0" y="0"/>
          <a:chExt cx="0" cy="0"/>
        </a:xfrm>
      </p:grpSpPr>
      <p:pic>
        <p:nvPicPr>
          <p:cNvPr id="270" name="Google Shape;270;p27"/>
          <p:cNvPicPr preferRelativeResize="0"/>
          <p:nvPr/>
        </p:nvPicPr>
        <p:blipFill>
          <a:blip r:embed="rId3">
            <a:alphaModFix amt="50000"/>
          </a:blip>
          <a:stretch>
            <a:fillRect/>
          </a:stretch>
        </p:blipFill>
        <p:spPr>
          <a:xfrm>
            <a:off x="4785311" y="802475"/>
            <a:ext cx="3538550" cy="3538550"/>
          </a:xfrm>
          <a:prstGeom prst="rect">
            <a:avLst/>
          </a:prstGeom>
          <a:noFill/>
          <a:ln>
            <a:noFill/>
          </a:ln>
        </p:spPr>
      </p:pic>
      <p:pic>
        <p:nvPicPr>
          <p:cNvPr id="271" name="Google Shape;271;p27"/>
          <p:cNvPicPr preferRelativeResize="0"/>
          <p:nvPr/>
        </p:nvPicPr>
        <p:blipFill>
          <a:blip r:embed="rId3">
            <a:alphaModFix amt="50000"/>
          </a:blip>
          <a:stretch>
            <a:fillRect/>
          </a:stretch>
        </p:blipFill>
        <p:spPr>
          <a:xfrm>
            <a:off x="829168" y="802475"/>
            <a:ext cx="3538550" cy="3538550"/>
          </a:xfrm>
          <a:prstGeom prst="rect">
            <a:avLst/>
          </a:prstGeom>
          <a:noFill/>
          <a:ln>
            <a:noFill/>
          </a:ln>
        </p:spPr>
      </p:pic>
      <p:pic>
        <p:nvPicPr>
          <p:cNvPr id="272" name="Google Shape;272;p27"/>
          <p:cNvPicPr preferRelativeResize="0"/>
          <p:nvPr/>
        </p:nvPicPr>
        <p:blipFill>
          <a:blip r:embed="rId4">
            <a:alphaModFix/>
          </a:blip>
          <a:stretch>
            <a:fillRect/>
          </a:stretch>
        </p:blipFill>
        <p:spPr>
          <a:xfrm>
            <a:off x="2444700" y="162737"/>
            <a:ext cx="4254600" cy="4818038"/>
          </a:xfrm>
          <a:prstGeom prst="rect">
            <a:avLst/>
          </a:prstGeom>
          <a:noFill/>
          <a:ln>
            <a:noFill/>
          </a:ln>
        </p:spPr>
      </p:pic>
      <p:sp>
        <p:nvSpPr>
          <p:cNvPr id="273" name="Google Shape;273;p27"/>
          <p:cNvSpPr txBox="1"/>
          <p:nvPr/>
        </p:nvSpPr>
        <p:spPr>
          <a:xfrm>
            <a:off x="2855550" y="687397"/>
            <a:ext cx="3432900" cy="762600"/>
          </a:xfrm>
          <a:prstGeom prst="rect">
            <a:avLst/>
          </a:prstGeom>
          <a:noFill/>
          <a:ln>
            <a:noFill/>
          </a:ln>
        </p:spPr>
        <p:txBody>
          <a:bodyPr anchorCtr="0" anchor="b" bIns="91425" lIns="91425" spcFirstLastPara="1" rIns="91425" wrap="square" tIns="91425">
            <a:noAutofit/>
          </a:bodyPr>
          <a:lstStyle/>
          <a:p>
            <a:pPr indent="0" lvl="0" marL="0" rtl="0" algn="ctr">
              <a:spcBef>
                <a:spcPts val="0"/>
              </a:spcBef>
              <a:spcAft>
                <a:spcPts val="0"/>
              </a:spcAft>
              <a:buNone/>
            </a:pPr>
            <a:r>
              <a:rPr lang="en" sz="2500">
                <a:solidFill>
                  <a:schemeClr val="lt2"/>
                </a:solidFill>
                <a:latin typeface="Montserrat ExtraBold"/>
                <a:ea typeface="Montserrat ExtraBold"/>
                <a:cs typeface="Montserrat ExtraBold"/>
                <a:sym typeface="Montserrat ExtraBold"/>
              </a:rPr>
              <a:t>Validate</a:t>
            </a:r>
            <a:endParaRPr sz="2500">
              <a:solidFill>
                <a:schemeClr val="lt2"/>
              </a:solidFill>
              <a:latin typeface="Montserrat ExtraBold"/>
              <a:ea typeface="Montserrat ExtraBold"/>
              <a:cs typeface="Montserrat ExtraBold"/>
              <a:sym typeface="Montserrat ExtraBold"/>
            </a:endParaRPr>
          </a:p>
        </p:txBody>
      </p:sp>
      <p:sp>
        <p:nvSpPr>
          <p:cNvPr id="274" name="Google Shape;274;p27"/>
          <p:cNvSpPr txBox="1"/>
          <p:nvPr>
            <p:ph idx="4294967295" type="body"/>
          </p:nvPr>
        </p:nvSpPr>
        <p:spPr>
          <a:xfrm>
            <a:off x="2855550" y="1377480"/>
            <a:ext cx="3432900" cy="3327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1100">
                <a:latin typeface="Montserrat"/>
                <a:ea typeface="Montserrat"/>
                <a:cs typeface="Montserrat"/>
                <a:sym typeface="Montserrat"/>
              </a:rPr>
              <a:t>AI can generate tests</a:t>
            </a:r>
            <a:endParaRPr b="1" sz="1100">
              <a:latin typeface="Montserrat"/>
              <a:ea typeface="Montserrat"/>
              <a:cs typeface="Montserrat"/>
              <a:sym typeface="Montserrat"/>
            </a:endParaRPr>
          </a:p>
          <a:p>
            <a:pPr indent="0" lvl="0" marL="0" rtl="0" algn="just">
              <a:spcBef>
                <a:spcPts val="1200"/>
              </a:spcBef>
              <a:spcAft>
                <a:spcPts val="0"/>
              </a:spcAft>
              <a:buClr>
                <a:schemeClr val="dk2"/>
              </a:buClr>
              <a:buSzPts val="1100"/>
              <a:buFont typeface="Arial"/>
              <a:buNone/>
            </a:pPr>
            <a:r>
              <a:rPr lang="en" sz="1000">
                <a:latin typeface="Montserrat"/>
                <a:ea typeface="Montserrat"/>
                <a:cs typeface="Montserrat"/>
                <a:sym typeface="Montserrat"/>
              </a:rPr>
              <a:t>Writing and maintaining test coverage is often the first thing to slip under deadline pressure. AI can generate functional, security, and performance tests directly from how the product actually behaves, rather than from a checklist someone has to keep updating by hand.</a:t>
            </a:r>
            <a:endParaRPr sz="1000">
              <a:latin typeface="Montserrat"/>
              <a:ea typeface="Montserrat"/>
              <a:cs typeface="Montserrat"/>
              <a:sym typeface="Montserrat"/>
            </a:endParaRPr>
          </a:p>
          <a:p>
            <a:pPr indent="0" lvl="0" marL="0" rtl="0" algn="just">
              <a:spcBef>
                <a:spcPts val="1200"/>
              </a:spcBef>
              <a:spcAft>
                <a:spcPts val="0"/>
              </a:spcAft>
              <a:buNone/>
            </a:pPr>
            <a:r>
              <a:rPr lang="en" sz="1000">
                <a:latin typeface="Montserrat"/>
                <a:ea typeface="Montserrat"/>
                <a:cs typeface="Montserrat"/>
                <a:sym typeface="Montserrat"/>
              </a:rPr>
              <a:t>Those generated tests don't have to break every time the interface changes either. Some platforms self-heal automatically, adjusting the test to match new behavior instead of just failing and waiting for someone to notice.</a:t>
            </a:r>
            <a:endParaRPr sz="1000">
              <a:latin typeface="Montserrat"/>
              <a:ea typeface="Montserrat"/>
              <a:cs typeface="Montserrat"/>
              <a:sym typeface="Montserrat"/>
            </a:endParaRPr>
          </a:p>
          <a:p>
            <a:pPr indent="0" lvl="0" marL="0" rtl="0" algn="l">
              <a:spcBef>
                <a:spcPts val="1200"/>
              </a:spcBef>
              <a:spcAft>
                <a:spcPts val="1200"/>
              </a:spcAft>
              <a:buNone/>
            </a:pPr>
            <a:r>
              <a:rPr i="1" lang="en" sz="1000">
                <a:latin typeface="Montserrat"/>
                <a:ea typeface="Montserrat"/>
                <a:cs typeface="Montserrat"/>
                <a:sym typeface="Montserrat"/>
              </a:rPr>
              <a:t>Leading tools*: </a:t>
            </a:r>
            <a:r>
              <a:rPr i="1" lang="en" sz="1000">
                <a:latin typeface="Montserrat"/>
                <a:ea typeface="Montserrat"/>
                <a:cs typeface="Montserrat"/>
                <a:sym typeface="Montserrat"/>
              </a:rPr>
              <a:t>Playwright, SonarQube, Mabl</a:t>
            </a:r>
            <a:endParaRPr i="1" sz="1000">
              <a:latin typeface="Montserrat"/>
              <a:ea typeface="Montserrat"/>
              <a:cs typeface="Montserrat"/>
              <a:sym typeface="Montserrat"/>
            </a:endParaRPr>
          </a:p>
        </p:txBody>
      </p:sp>
      <p:pic>
        <p:nvPicPr>
          <p:cNvPr id="275" name="Google Shape;275;p27"/>
          <p:cNvPicPr preferRelativeResize="0"/>
          <p:nvPr/>
        </p:nvPicPr>
        <p:blipFill>
          <a:blip r:embed="rId5">
            <a:alphaModFix/>
          </a:blip>
          <a:stretch>
            <a:fillRect/>
          </a:stretch>
        </p:blipFill>
        <p:spPr>
          <a:xfrm>
            <a:off x="4333500" y="407175"/>
            <a:ext cx="477000" cy="477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28"/>
          <p:cNvSpPr txBox="1"/>
          <p:nvPr>
            <p:ph type="title"/>
          </p:nvPr>
        </p:nvSpPr>
        <p:spPr>
          <a:xfrm>
            <a:off x="283100" y="712150"/>
            <a:ext cx="8631600" cy="383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4200">
                <a:latin typeface="Montserrat"/>
                <a:ea typeface="Montserrat"/>
                <a:cs typeface="Montserrat"/>
                <a:sym typeface="Montserrat"/>
              </a:rPr>
              <a:t>Do you need help</a:t>
            </a:r>
            <a:endParaRPr sz="4200">
              <a:latin typeface="Montserrat"/>
              <a:ea typeface="Montserrat"/>
              <a:cs typeface="Montserrat"/>
              <a:sym typeface="Montserrat"/>
            </a:endParaRPr>
          </a:p>
          <a:p>
            <a:pPr indent="0" lvl="0" marL="0" rtl="0" algn="l">
              <a:spcBef>
                <a:spcPts val="0"/>
              </a:spcBef>
              <a:spcAft>
                <a:spcPts val="0"/>
              </a:spcAft>
              <a:buNone/>
            </a:pPr>
            <a:r>
              <a:rPr lang="en" sz="4200">
                <a:solidFill>
                  <a:schemeClr val="accent5"/>
                </a:solidFill>
                <a:latin typeface="Montserrat"/>
                <a:ea typeface="Montserrat"/>
                <a:cs typeface="Montserrat"/>
                <a:sym typeface="Montserrat"/>
              </a:rPr>
              <a:t>transforming your business</a:t>
            </a:r>
            <a:endParaRPr sz="4200">
              <a:solidFill>
                <a:schemeClr val="accent5"/>
              </a:solidFill>
              <a:latin typeface="Montserrat"/>
              <a:ea typeface="Montserrat"/>
              <a:cs typeface="Montserrat"/>
              <a:sym typeface="Montserrat"/>
            </a:endParaRPr>
          </a:p>
          <a:p>
            <a:pPr indent="0" lvl="0" marL="0" rtl="0" algn="l">
              <a:spcBef>
                <a:spcPts val="0"/>
              </a:spcBef>
              <a:spcAft>
                <a:spcPts val="0"/>
              </a:spcAft>
              <a:buNone/>
            </a:pPr>
            <a:r>
              <a:rPr lang="en" sz="4200">
                <a:solidFill>
                  <a:schemeClr val="accent5"/>
                </a:solidFill>
                <a:latin typeface="Montserrat"/>
                <a:ea typeface="Montserrat"/>
                <a:cs typeface="Montserrat"/>
                <a:sym typeface="Montserrat"/>
              </a:rPr>
              <a:t>with AI and technology?</a:t>
            </a:r>
            <a:endParaRPr sz="4200">
              <a:solidFill>
                <a:schemeClr val="accent5"/>
              </a:solidFill>
              <a:latin typeface="Montserrat"/>
              <a:ea typeface="Montserrat"/>
              <a:cs typeface="Montserrat"/>
              <a:sym typeface="Montserrat"/>
            </a:endParaRPr>
          </a:p>
        </p:txBody>
      </p:sp>
      <p:grpSp>
        <p:nvGrpSpPr>
          <p:cNvPr id="281" name="Google Shape;281;p28"/>
          <p:cNvGrpSpPr/>
          <p:nvPr/>
        </p:nvGrpSpPr>
        <p:grpSpPr>
          <a:xfrm>
            <a:off x="6781400" y="2903175"/>
            <a:ext cx="2212050" cy="2098176"/>
            <a:chOff x="6803275" y="608109"/>
            <a:chExt cx="2212050" cy="2324333"/>
          </a:xfrm>
        </p:grpSpPr>
        <p:pic>
          <p:nvPicPr>
            <p:cNvPr id="282" name="Google Shape;282;p28"/>
            <p:cNvPicPr preferRelativeResize="0"/>
            <p:nvPr/>
          </p:nvPicPr>
          <p:blipFill>
            <a:blip r:embed="rId3">
              <a:alphaModFix/>
            </a:blip>
            <a:stretch>
              <a:fillRect/>
            </a:stretch>
          </p:blipFill>
          <p:spPr>
            <a:xfrm>
              <a:off x="6803275" y="608109"/>
              <a:ext cx="2212050" cy="2324333"/>
            </a:xfrm>
            <a:prstGeom prst="rect">
              <a:avLst/>
            </a:prstGeom>
            <a:noFill/>
            <a:ln>
              <a:noFill/>
            </a:ln>
          </p:spPr>
        </p:pic>
        <p:sp>
          <p:nvSpPr>
            <p:cNvPr id="283" name="Google Shape;283;p28"/>
            <p:cNvSpPr txBox="1"/>
            <p:nvPr/>
          </p:nvSpPr>
          <p:spPr>
            <a:xfrm>
              <a:off x="6944800" y="730630"/>
              <a:ext cx="1929000" cy="200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2"/>
                </a:buClr>
                <a:buSzPts val="1100"/>
                <a:buFont typeface="Arial"/>
                <a:buNone/>
              </a:pPr>
              <a:r>
                <a:rPr b="1" lang="en">
                  <a:solidFill>
                    <a:schemeClr val="dk1"/>
                  </a:solidFill>
                  <a:latin typeface="Montserrat"/>
                  <a:ea typeface="Montserrat"/>
                  <a:cs typeface="Montserrat"/>
                  <a:sym typeface="Montserrat"/>
                </a:rPr>
                <a:t>I can help. </a:t>
              </a:r>
              <a:endParaRPr b="1">
                <a:solidFill>
                  <a:schemeClr val="dk1"/>
                </a:solidFill>
                <a:latin typeface="Montserrat"/>
                <a:ea typeface="Montserrat"/>
                <a:cs typeface="Montserrat"/>
                <a:sym typeface="Montserrat"/>
              </a:endParaRPr>
            </a:p>
            <a:p>
              <a:pPr indent="0" lvl="0" marL="0" rtl="0" algn="l">
                <a:spcBef>
                  <a:spcPts val="800"/>
                </a:spcBef>
                <a:spcAft>
                  <a:spcPts val="0"/>
                </a:spcAft>
                <a:buNone/>
              </a:pPr>
              <a:r>
                <a:rPr b="1" lang="en" sz="900">
                  <a:solidFill>
                    <a:schemeClr val="dk2"/>
                  </a:solidFill>
                  <a:latin typeface="Montserrat"/>
                  <a:ea typeface="Montserrat"/>
                  <a:cs typeface="Montserrat"/>
                  <a:sym typeface="Montserrat"/>
                </a:rPr>
                <a:t>I built a career creating software solutions that make complex processes simpler and faster. From product engineering to business transformation, I can lead your team to create solutions that lead to results. </a:t>
              </a:r>
              <a:endParaRPr b="1" sz="900">
                <a:solidFill>
                  <a:schemeClr val="dk2"/>
                </a:solidFill>
                <a:latin typeface="Montserrat"/>
                <a:ea typeface="Montserrat"/>
                <a:cs typeface="Montserrat"/>
                <a:sym typeface="Montserrat"/>
              </a:endParaRPr>
            </a:p>
            <a:p>
              <a:pPr indent="0" lvl="0" marL="0" rtl="0" algn="l">
                <a:spcBef>
                  <a:spcPts val="800"/>
                </a:spcBef>
                <a:spcAft>
                  <a:spcPts val="800"/>
                </a:spcAft>
                <a:buNone/>
              </a:pPr>
              <a:r>
                <a:rPr b="1" lang="en" sz="900">
                  <a:solidFill>
                    <a:schemeClr val="dk2"/>
                  </a:solidFill>
                  <a:latin typeface="Montserrat"/>
                  <a:ea typeface="Montserrat"/>
                  <a:cs typeface="Montserrat"/>
                  <a:sym typeface="Montserrat"/>
                </a:rPr>
                <a:t>AriKoinuma@gmail.com</a:t>
              </a:r>
              <a:endParaRPr b="1" sz="900">
                <a:solidFill>
                  <a:schemeClr val="dk2"/>
                </a:solidFill>
                <a:latin typeface="Montserrat"/>
                <a:ea typeface="Montserrat"/>
                <a:cs typeface="Montserrat"/>
                <a:sym typeface="Montserrat"/>
              </a:endParaRPr>
            </a:p>
          </p:txBody>
        </p:sp>
      </p:grpSp>
      <p:sp>
        <p:nvSpPr>
          <p:cNvPr id="284" name="Google Shape;284;p28"/>
          <p:cNvSpPr txBox="1"/>
          <p:nvPr/>
        </p:nvSpPr>
        <p:spPr>
          <a:xfrm>
            <a:off x="264050" y="4734200"/>
            <a:ext cx="6592200" cy="292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n" sz="700">
                <a:solidFill>
                  <a:schemeClr val="lt1"/>
                </a:solidFill>
              </a:rPr>
              <a:t>*Leading tools were selected based on research. A tool listed here does not indicate my endorsement or that I have personal experience using them. </a:t>
            </a:r>
            <a:endParaRPr i="1" sz="700">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wiss">
  <a:themeElements>
    <a:clrScheme name="Swiss">
      <a:dk1>
        <a:srgbClr val="F46524"/>
      </a:dk1>
      <a:lt1>
        <a:srgbClr val="FFFFFF"/>
      </a:lt1>
      <a:dk2>
        <a:srgbClr val="000000"/>
      </a:dk2>
      <a:lt2>
        <a:srgbClr val="757575"/>
      </a:lt2>
      <a:accent1>
        <a:srgbClr val="01579B"/>
      </a:accent1>
      <a:accent2>
        <a:srgbClr val="27C7BD"/>
      </a:accent2>
      <a:accent3>
        <a:srgbClr val="0099E8"/>
      </a:accent3>
      <a:accent4>
        <a:srgbClr val="51B9A3"/>
      </a:accent4>
      <a:accent5>
        <a:srgbClr val="FB8C00"/>
      </a:accent5>
      <a:accent6>
        <a:srgbClr val="FFAE88"/>
      </a:accent6>
      <a:hlink>
        <a:srgbClr val="0277BD"/>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